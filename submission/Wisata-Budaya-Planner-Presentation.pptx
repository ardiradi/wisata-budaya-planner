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7ec93978754e72" /><Relationship Type="http://schemas.openxmlformats.org/officeDocument/2006/relationships/extended-properties" Target="/docProps/app.xml" Id="R49270a8c62d2445f" /><Relationship Type="http://schemas.openxmlformats.org/officeDocument/2006/relationships/officeDocument" Target="/ppt/presentation.xml" Id="R11795c2b2d62476d" /></Relationships>
</file>

<file path=ppt/presentation.xml><?xml version="1.0" encoding="utf-8"?>
<p:presentation xmlns:p="http://schemas.openxmlformats.org/presentationml/2006/main">
  <p:sldMasterIdLst>
    <p:sldMasterId xmlns:r="http://schemas.openxmlformats.org/officeDocument/2006/relationships" id="2147483648" r:id="R69721e815c8f47ea"/>
  </p:sldMasterIdLst>
  <p:notesMasterIdLst>
    <p:notesMasterId xmlns:r="http://schemas.openxmlformats.org/officeDocument/2006/relationships" r:id="Rc25cdeab5cd54754"/>
  </p:notesMasterIdLst>
  <p:sldIdLst>
    <p:sldId xmlns:r="http://schemas.openxmlformats.org/officeDocument/2006/relationships" id="256" r:id="R3c96828dc6144416"/>
    <p:sldId xmlns:r="http://schemas.openxmlformats.org/officeDocument/2006/relationships" id="257" r:id="R02ddd6838f694ddc"/>
    <p:sldId xmlns:r="http://schemas.openxmlformats.org/officeDocument/2006/relationships" id="258" r:id="Rd9a81502a32a48a0"/>
    <p:sldId xmlns:r="http://schemas.openxmlformats.org/officeDocument/2006/relationships" id="259" r:id="R020d1282f60b4253"/>
    <p:sldId xmlns:r="http://schemas.openxmlformats.org/officeDocument/2006/relationships" id="260" r:id="Rb4c34d56a77f4704"/>
    <p:sldId xmlns:r="http://schemas.openxmlformats.org/officeDocument/2006/relationships" id="261" r:id="R5c1c042070e94878"/>
    <p:sldId xmlns:r="http://schemas.openxmlformats.org/officeDocument/2006/relationships" id="262" r:id="Radd3b0b9562644de"/>
    <p:sldId xmlns:r="http://schemas.openxmlformats.org/officeDocument/2006/relationships" id="263" r:id="R3e0d05cf739d4ed5"/>
    <p:sldId xmlns:r="http://schemas.openxmlformats.org/officeDocument/2006/relationships" id="264" r:id="R5e5a8b8d896e49d8"/>
    <p:sldId xmlns:r="http://schemas.openxmlformats.org/officeDocument/2006/relationships" id="265" r:id="R761e0de0c6f64a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2cecd6731432e" /><Relationship Type="http://schemas.openxmlformats.org/officeDocument/2006/relationships/slideMaster" Target="/ppt/slideMasters/slideMaster1.xml" Id="R69721e815c8f47ea" /><Relationship Type="http://schemas.openxmlformats.org/officeDocument/2006/relationships/notesMaster" Target="/ppt/notesMasters/notesMaster1.xml" Id="Rc25cdeab5cd54754" /><Relationship Type="http://schemas.openxmlformats.org/officeDocument/2006/relationships/presProps" Target="/ppt/presProps.xml" Id="Rf1dc462e8e514449" /><Relationship Type="http://schemas.openxmlformats.org/officeDocument/2006/relationships/tableStyles" Target="/ppt/tableStyles.xml" Id="Rf79308b4e95743d0" /><Relationship Type="http://schemas.openxmlformats.org/officeDocument/2006/relationships/slide" Target="/ppt/slides/slide1.xml" Id="R3c96828dc6144416" /><Relationship Type="http://schemas.openxmlformats.org/officeDocument/2006/relationships/slide" Target="/ppt/slides/slide2.xml" Id="R02ddd6838f694ddc" /><Relationship Type="http://schemas.openxmlformats.org/officeDocument/2006/relationships/slide" Target="/ppt/slides/slide3.xml" Id="Rd9a81502a32a48a0" /><Relationship Type="http://schemas.openxmlformats.org/officeDocument/2006/relationships/slide" Target="/ppt/slides/slide4.xml" Id="R020d1282f60b4253" /><Relationship Type="http://schemas.openxmlformats.org/officeDocument/2006/relationships/slide" Target="/ppt/slides/slide5.xml" Id="Rb4c34d56a77f4704" /><Relationship Type="http://schemas.openxmlformats.org/officeDocument/2006/relationships/slide" Target="/ppt/slides/slide6.xml" Id="R5c1c042070e94878" /><Relationship Type="http://schemas.openxmlformats.org/officeDocument/2006/relationships/slide" Target="/ppt/slides/slide7.xml" Id="Radd3b0b9562644de" /><Relationship Type="http://schemas.openxmlformats.org/officeDocument/2006/relationships/slide" Target="/ppt/slides/slide8.xml" Id="R3e0d05cf739d4ed5" /><Relationship Type="http://schemas.openxmlformats.org/officeDocument/2006/relationships/slide" Target="/ppt/slides/slide9.xml" Id="R5e5a8b8d896e49d8" /><Relationship Type="http://schemas.openxmlformats.org/officeDocument/2006/relationships/slide" Target="/ppt/slides/slide10.xml" Id="R761e0de0c6f64a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cd25f341ae4c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26b6d2949d4f18" /><Relationship Type="http://schemas.openxmlformats.org/officeDocument/2006/relationships/notesMaster" Target="/ppt/notesMasters/notesMaster1.xml" Id="R5bfb38ecb57b4f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32e27aab0842f9" /><Relationship Type="http://schemas.openxmlformats.org/officeDocument/2006/relationships/notesMaster" Target="/ppt/notesMasters/notesMaster1.xml" Id="R39a90de5f41445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51807dde6f488f" /><Relationship Type="http://schemas.openxmlformats.org/officeDocument/2006/relationships/notesMaster" Target="/ppt/notesMasters/notesMaster1.xml" Id="R5558d6e942c245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bd02d10f854a99" /><Relationship Type="http://schemas.openxmlformats.org/officeDocument/2006/relationships/notesMaster" Target="/ppt/notesMasters/notesMaster1.xml" Id="R63f8fbd1e0a048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69bd0e99a64cb4" /><Relationship Type="http://schemas.openxmlformats.org/officeDocument/2006/relationships/notesMaster" Target="/ppt/notesMasters/notesMaster1.xml" Id="R7fe0795a61fa46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f650a9658c4ff9" /><Relationship Type="http://schemas.openxmlformats.org/officeDocument/2006/relationships/notesMaster" Target="/ppt/notesMasters/notesMaster1.xml" Id="Raeaee87d08cc40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ca872c2bea4069" /><Relationship Type="http://schemas.openxmlformats.org/officeDocument/2006/relationships/notesMaster" Target="/ppt/notesMasters/notesMaster1.xml" Id="Rc1f26d0f6b7b41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8140bc5e784a78" /><Relationship Type="http://schemas.openxmlformats.org/officeDocument/2006/relationships/notesMaster" Target="/ppt/notesMasters/notesMaster1.xml" Id="R2cf777073f2442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fe63874dc64d4a" /><Relationship Type="http://schemas.openxmlformats.org/officeDocument/2006/relationships/notesMaster" Target="/ppt/notesMasters/notesMaster1.xml" Id="Rb40f237070d142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39c95fe5e047ec" /><Relationship Type="http://schemas.openxmlformats.org/officeDocument/2006/relationships/notesMaster" Target="/ppt/notesMasters/notesMaster1.xml" Id="Ref34c07fedd24d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Tema lomba berasal dari brief Product Owner. Guidebook resmi belum ditemukan. Nama tim, institusi dan identitas peserta sengaja tidak dibuat. Semua contoh sintetis; adapter ranking offline saat ini mock deterministik, bukan inferensi model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E2 menambahkan jadwal layanan makan dengan waktu dan bukti yang terpisah dari kunjungan kuliner. Perubahan waktu atau rombongan tidak boleh mewarisi konfirmasi inventaris makan tanpa pemeriksaan. Syarat keras tetap berlaku. Screenshot intake berasal dari loopback E1 dan diberi label asal. Ini bukan bukti akses publik.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Fixture dievaluasi 2026-10-23 untuk perjalanan 2026-10-24. Dua orang, budget Rp1.500.000, dua sarapan disediakan dan empat porsi makan siang/malam dibeli. Traveler meminta dan mengonfirmasi window 12:00–13:00 untuk layanan Dapur Cerita sintetis. Layanan 12:00–12:30 berada di dalam kunjungan 12:00–12:45, bukan asumsi bahwa kunjungan otomatis mencukupi makan. Dua porsi malam tetap costed but unscheduled. Total atas Rp280.500. Window 12:00–12:10 blocked. Eksplorasi seimbang lain menghasilkan 4 kunjungan, 225 menit kunjungan, 319 dari 600 menit dimodelkan, 281 menit belum dialokasikan dan Rp423.500. Buffer/return/whole-trip budget tetap diperiksa. Semua angka sintetis dan bukan saran perjalanan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Mock bukan inferensi model. Tidak ada fakta, harga, jam atau rute baru dari model. Batas: 60 kandidat, 2 percobaan model, 12000/2000 per percobaan, 42 rute dan shared deadline 45 detik. Adapter Gemini genuine SDK @google/genai telah dibuat. Satu attempted invocation gemini-2.5-flash pada 18:37:32-18:37:42 WIB, 23 Oktober 2026 menghasilkan HTTP 502 lokal UNAVAILABLE, tanpa respons model tervalidasi. Usage provider UNAVAILABLE, bukan nol. Izin smoke habis dan gerbang live dinonaktifkan. E1 hanya menguji diagnosis/cancellation dengan mock. Penyebab historis gagal tetap tidak dapat dibuktikan tanpa bukti upstream. Tidak ada live call E1. Screenshot 08 adalah rekaman historis yang tidak diperbarui dengan request baru.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Versi 1 Galeri 08:18–09:18 dan Dapur 09:35–10:20. Swap Paviliun 09:00–10:00 dan Dapur 10:19–11:04, kembali 11:12. Riwayat hanya React memory, bukan database atau jaminan persistensi produksi. Ordinary edits bypass ranking. Kunci tetap berlaku. E1 menyediakan TXT sintetis atas tindakan eksplisit dengan semua hari, current evidence status, revisi dan timestamp. Ekspor bukan penyimpanan akun dan tidak memperbarui diri setelah withdrawal.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Gunakan same-tab SPA Studio katalog lalu Lihat rencana sintetis untuk withdrawal. Jangan menyamakan simulasi review dengan approval fakta nyata. Kurator Product Owner mengonfirmasi 20+ jam per minggu, kapasitas berkelanjutan belum terbukti. Register riset internal menyiapkan enam lead nyata, tiga budaya dan tiga cabang kuliner dari dua merek. Locator, rights state dan pertanyaan review bukan izin reuse atau approval. Lead tidak masuk runtime, traveler display atau AI prompts. Tidak ada source prose/media, operational values atau koordinat yang disalin. Target M5 tetap 30 tempat.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Bukti final lokal dilaporkan root: 571/571 unit/integration/component dalam 42 file, 140.26 seconds. 86/86 Edge desktop/mobile, 280.776 seconds. 42 axe rendered states, zero configured violations. Additional competition-mode loopback: 16 cases, 76.092 seconds, 10 axe scans zero configured violations. These are local loopback, not public deployment/anonymous HTTPS tests. Public anonymous HTTPS run 16/16, 134.74 seconds, 10 configured axe scans zero violations. No provider dispatch. Exact origin https://wisata-budaya-planner-demo.netlify.app/. Local figures above remain separate and are not summed.  Corpus 120 attacks di 12 kategori semua ditolak. Corpus sintetis bukan live model eval atau bukti keamanan universal. Run historis tidak dijumlahkan. Tidak ada participant atau satisfaction metric yang dibuat. Satu smoke live terpisah historis tetap gagal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dokumen lokal README.md, AGENTS.md dan submission/SLIDES.md, demo kompetisi berbasis E2, 24 Oktober 2026. Semua destinasi, jam, biaya dan rute contoh adalah fixture sintetis. Lead riset nyata berada dalam karantina dokumentasi dan tidak masuk runtime. Tidak ada data budaya independen terverifikasi, layanan wisata nyata atau penerimaan produksi. URL publik https://wisata-budaya-planner-demo.netlify.app/ telah diperiksa anonim di desktop/mobile. Status LIVE hanya untuk demo sintetis.  Product Owner memberi otorisasi COMP-DEPLOY-NETLIFY-01 pada 24 Oktober 2026 untuk 1 initial publication dan maksimum 1 corrective publication, USD 0 cash, maksimum 60 credits persiapan/verifikasi. Actual plan Free, paid billing enabled false, cash USD0. Credit baseline 300. Display at 2026-10-24 01:44 WIB shows 285 remaining and 15 used. Metering is delayed: two production publications have known combined cost 30 credits, while the second publication and traffic have not settled. Do not claim settled spend of 15 credits or a final available balance. Initial publications 1, corrective 1. Both approved publications are consumed. No further publication is authorized. Current display is an interim observation, not a guarantee about later metering or future visitors. URL https://wisata-budaya-planner-demo.netlify.app/. Anonymous browser test 16/16, 10 axe scans zero violations, 134.74 seconds. No key/provider request or real research deployed. No production tourism release or organizer portal submission. Guidebook compliance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b700ca42ac46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9c7ddf57c742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6ad6ff43b343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934028212443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2257cc732848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cb5615c7aa4d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789168-6B28-4837-B1DB-72134D778C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484D9F-35CF-4C38-AE0E-B1D3E062DC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608EBBA-BFB4-4812-B485-1AD9ECB7B5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C47E3F-7240-46CD-8E24-FDE488AF55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636F3A-CF5F-445F-A80A-A7E1D4C945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D2F887D-78D7-44D0-AB0A-178363D27B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DE577D-D875-4FBB-B170-6C5DAE29A8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8D3381-5C9E-4307-A517-05C39BDFE1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6752B1-46FD-4A8D-8A7B-380504D6CD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98864B-9AB1-438B-895A-085F3662BB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deb145e36340cb" /><Relationship Type="http://schemas.openxmlformats.org/officeDocument/2006/relationships/slideLayout" Target="/ppt/slideLayouts/slideLayout1.xml" Id="R7827f9d166874a43" /><Relationship Type="http://schemas.openxmlformats.org/officeDocument/2006/relationships/slideLayout" Target="/ppt/slideLayouts/slideLayout2.xml" Id="Rf15f6197b5d04c44" /><Relationship Type="http://schemas.openxmlformats.org/officeDocument/2006/relationships/slideLayout" Target="/ppt/slideLayouts/slideLayout3.xml" Id="Rcd840b805e75429b" /><Relationship Type="http://schemas.openxmlformats.org/officeDocument/2006/relationships/slideLayout" Target="/ppt/slideLayouts/slideLayout4.xml" Id="Re9b83e07d7874dd4" /><Relationship Type="http://schemas.openxmlformats.org/officeDocument/2006/relationships/slideLayout" Target="/ppt/slideLayouts/slideLayout5.xml" Id="R13e5699ce05d40a9" /><Relationship Type="http://schemas.openxmlformats.org/officeDocument/2006/relationships/slideLayout" Target="/ppt/slideLayouts/slideLayout6.xml" Id="Ra3f5c242954a4a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27f9d166874a43"/>
    <p:sldLayoutId xmlns:r="http://schemas.openxmlformats.org/officeDocument/2006/relationships" id="2147483650" r:id="Rf15f6197b5d04c44"/>
    <p:sldLayoutId xmlns:r="http://schemas.openxmlformats.org/officeDocument/2006/relationships" id="2147483651" r:id="Rcd840b805e75429b"/>
    <p:sldLayoutId xmlns:r="http://schemas.openxmlformats.org/officeDocument/2006/relationships" id="2147483652" r:id="Re9b83e07d7874dd4"/>
    <p:sldLayoutId xmlns:r="http://schemas.openxmlformats.org/officeDocument/2006/relationships" id="2147483653" r:id="R13e5699ce05d40a9"/>
    <p:sldLayoutId xmlns:r="http://schemas.openxmlformats.org/officeDocument/2006/relationships" id="2147483654" r:id="Ra3f5c242954a4a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1e75b651f74850" /><Relationship Type="http://schemas.openxmlformats.org/officeDocument/2006/relationships/notesSlide" Target="/ppt/notesSlides/notesSlide1.xml" Id="R3f1a70d575ac4e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9e5eb202b14549" /><Relationship Type="http://schemas.openxmlformats.org/officeDocument/2006/relationships/notesSlide" Target="/ppt/notesSlides/notesSlide2.xml" Id="Rfd12d63541a54f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c8ec37b4b34458" /><Relationship Type="http://schemas.openxmlformats.org/officeDocument/2006/relationships/image" Target="/ppt/media/image.jpeg" Id="Rc645e8f9fdef4d81" /><Relationship Type="http://schemas.openxmlformats.org/officeDocument/2006/relationships/notesSlide" Target="/ppt/notesSlides/notesSlide3.xml" Id="R3375cb88e2da40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66b2a2bb634d1a" /><Relationship Type="http://schemas.openxmlformats.org/officeDocument/2006/relationships/image" Target="/ppt/media/image.png" Id="Rb84f3f19074f4a3a" /><Relationship Type="http://schemas.openxmlformats.org/officeDocument/2006/relationships/notesSlide" Target="/ppt/notesSlides/notesSlide4.xml" Id="R454b172e5a314e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01a6e702a049cf" /><Relationship Type="http://schemas.openxmlformats.org/officeDocument/2006/relationships/notesSlide" Target="/ppt/notesSlides/notesSlide5.xml" Id="R63271546779c40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55c987d2514743" /><Relationship Type="http://schemas.openxmlformats.org/officeDocument/2006/relationships/notesSlide" Target="/ppt/notesSlides/notesSlide6.xml" Id="R776ce11f86f341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eba91cb08848d3" /><Relationship Type="http://schemas.openxmlformats.org/officeDocument/2006/relationships/image" Target="/ppt/media/image2.jpeg" Id="R7db77381ff6f46a0" /><Relationship Type="http://schemas.openxmlformats.org/officeDocument/2006/relationships/notesSlide" Target="/ppt/notesSlides/notesSlide7.xml" Id="R68646f369d1a4f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8b381b07f54554" /><Relationship Type="http://schemas.openxmlformats.org/officeDocument/2006/relationships/image" Target="/ppt/media/image2.png" Id="R4b1b09e6827d4903" /><Relationship Type="http://schemas.openxmlformats.org/officeDocument/2006/relationships/notesSlide" Target="/ppt/notesSlides/notesSlide8.xml" Id="Rd4f5b81c2c2644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27c13ffe414460" /><Relationship Type="http://schemas.openxmlformats.org/officeDocument/2006/relationships/notesSlide" Target="/ppt/notesSlides/notesSlide9.xml" Id="R8b021697c59549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caec5da20db48b7" /><Relationship Type="http://schemas.openxmlformats.org/officeDocument/2006/relationships/image" Target="/ppt/media/image3.png" Id="Rf4fc55227f9843c8" /><Relationship Type="http://schemas.openxmlformats.org/officeDocument/2006/relationships/notesSlide" Target="/ppt/notesSlides/notesSlide10.xml" Id="Re6cee67792e74995" /></Relationships>
</file>

<file path=ppt/slides/slide1.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7104E19-60A2-4DD4-958F-8625D3F64D90}"/>
              </a:ext>
            </a:extLst>
          </p:cNvPr>
          <p:cNvSpPr>
            <a:spLocks xmlns:a="http://schemas.openxmlformats.org/drawingml/2006/main" noGrp="1"/>
          </p:cNvSpPr>
          <p:nvPr/>
        </p:nvSpPr>
        <p:spPr>
          <a:xfrm xmlns:a="http://schemas.openxmlformats.org/drawingml/2006/main">
            <a:off x="742950" y="1190625"/>
            <a:ext cx="10382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F7F3E9"/>
                </a:solidFill>
                <a:latin typeface="Arial"/>
                <a:ea typeface="Arial"/>
                <a:cs typeface="Arial"/>
              </a:defRPr>
            </a:defPPr>
            <a:lvl1pPr>
              <a:defRPr sz="5700" b="1">
                <a:solidFill>
                  <a:srgbClr val="F7F3E9"/>
                </a:solidFill>
                <a:latin typeface="Arial"/>
                <a:ea typeface="Arial"/>
                <a:cs typeface="Arial"/>
              </a:defRPr>
            </a:lvl1pPr>
            <a:lvl2pPr>
              <a:defRPr sz="5700" b="1">
                <a:solidFill>
                  <a:srgbClr val="F7F3E9"/>
                </a:solidFill>
                <a:latin typeface="Arial"/>
                <a:ea typeface="Arial"/>
                <a:cs typeface="Arial"/>
              </a:defRPr>
            </a:lvl2pPr>
            <a:lvl3pPr>
              <a:defRPr sz="5700" b="1">
                <a:solidFill>
                  <a:srgbClr val="F7F3E9"/>
                </a:solidFill>
                <a:latin typeface="Arial"/>
                <a:ea typeface="Arial"/>
                <a:cs typeface="Arial"/>
              </a:defRPr>
            </a:lvl3pPr>
            <a:lvl4pPr>
              <a:defRPr sz="5700" b="1">
                <a:solidFill>
                  <a:srgbClr val="F7F3E9"/>
                </a:solidFill>
                <a:latin typeface="Arial"/>
                <a:ea typeface="Arial"/>
                <a:cs typeface="Arial"/>
              </a:defRPr>
            </a:lvl4pPr>
            <a:lvl5pPr>
              <a:defRPr sz="5700" b="1">
                <a:solidFill>
                  <a:srgbClr val="F7F3E9"/>
                </a:solidFill>
                <a:latin typeface="Arial"/>
                <a:ea typeface="Arial"/>
                <a:cs typeface="Arial"/>
              </a:defRPr>
            </a:lvl5pPr>
            <a:lvl6pPr>
              <a:defRPr sz="5700" b="1">
                <a:solidFill>
                  <a:srgbClr val="F7F3E9"/>
                </a:solidFill>
                <a:latin typeface="Arial"/>
                <a:ea typeface="Arial"/>
                <a:cs typeface="Arial"/>
              </a:defRPr>
            </a:lvl6pPr>
            <a:lvl7pPr>
              <a:defRPr sz="5700" b="1">
                <a:solidFill>
                  <a:srgbClr val="F7F3E9"/>
                </a:solidFill>
                <a:latin typeface="Arial"/>
                <a:ea typeface="Arial"/>
                <a:cs typeface="Arial"/>
              </a:defRPr>
            </a:lvl7pPr>
            <a:lvl8pPr>
              <a:defRPr sz="5700" b="1">
                <a:solidFill>
                  <a:srgbClr val="F7F3E9"/>
                </a:solidFill>
                <a:latin typeface="Arial"/>
                <a:ea typeface="Arial"/>
                <a:cs typeface="Arial"/>
              </a:defRPr>
            </a:lvl8pPr>
            <a:lvl9pPr>
              <a:defRPr sz="5700" b="1">
                <a:solidFill>
                  <a:srgbClr val="F7F3E9"/>
                </a:solidFill>
                <a:latin typeface="Arial"/>
                <a:ea typeface="Arial"/>
                <a:cs typeface="Arial"/>
              </a:defRPr>
            </a:lvl9pPr>
          </a:lstStyle>
          <a:p xmlns:a="http://schemas.openxmlformats.org/drawingml/2006/main">
            <a:pPr>
              <a:defRPr sz="5700" b="1">
                <a:solidFill>
                  <a:srgbClr val="F7F3E9"/>
                </a:solidFill>
                <a:latin typeface="Arial"/>
                <a:ea typeface="Arial"/>
                <a:cs typeface="Arial"/>
              </a:defRPr>
            </a:pPr>
            <a:r>
              <a:rPr sz="5700" b="1">
                <a:solidFill>
                  <a:srgbClr val="F7F3E9"/>
                </a:solidFill>
                <a:latin typeface="Arial"/>
                <a:ea typeface="Arial"/>
                <a:cs typeface="Arial"/>
              </a:rPr>
              <a:t>Wisata Budaya</a:t>
            </a:r>
          </a:p>
          <a:p xmlns:a="http://schemas.openxmlformats.org/drawingml/2006/main">
            <a:pPr>
              <a:defRPr sz="5700" b="1">
                <a:solidFill>
                  <a:srgbClr val="F7F3E9"/>
                </a:solidFill>
                <a:latin typeface="Arial"/>
                <a:ea typeface="Arial"/>
                <a:cs typeface="Arial"/>
              </a:defRPr>
            </a:pPr>
            <a:r>
              <a:rPr sz="5700" b="1">
                <a:solidFill>
                  <a:srgbClr val="F7F3E9"/>
                </a:solidFill>
                <a:latin typeface="Arial"/>
                <a:ea typeface="Arial"/>
                <a:cs typeface="Arial"/>
              </a:rPr>
              <a:t>Planner</a:t>
            </a:r>
          </a:p>
        </p:txBody>
      </p:sp>
      <p:sp>
        <p:nvSpPr>
          <p:cNvPr id="2" name="body">
            <a:extLst xmlns:a="http://schemas.openxmlformats.org/drawingml/2006/main">
              <a:ext uri="{FF2B5EF4-FFF2-40B4-BE49-F238E27FC236}">
                <a16:creationId xmlns:a16="http://schemas.microsoft.com/office/drawing/2014/main" id="{043A65A1-28D2-4567-BF44-D06EA057A4C7}"/>
              </a:ext>
            </a:extLst>
          </p:cNvPr>
          <p:cNvSpPr>
            <a:spLocks xmlns:a="http://schemas.openxmlformats.org/drawingml/2006/main" noGrp="1"/>
          </p:cNvSpPr>
          <p:nvPr/>
        </p:nvSpPr>
        <p:spPr>
          <a:xfrm xmlns:a="http://schemas.openxmlformats.org/drawingml/2006/main">
            <a:off x="781050" y="3476625"/>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D9E6DB"/>
                </a:solidFill>
                <a:latin typeface="Arial"/>
                <a:ea typeface="Arial"/>
                <a:cs typeface="Arial"/>
              </a:defRPr>
            </a:defPPr>
            <a:lvl1pPr>
              <a:defRPr sz="2550" b="0">
                <a:solidFill>
                  <a:srgbClr val="D9E6DB"/>
                </a:solidFill>
                <a:latin typeface="Arial"/>
                <a:ea typeface="Arial"/>
                <a:cs typeface="Arial"/>
              </a:defRPr>
            </a:lvl1pPr>
            <a:lvl2pPr>
              <a:defRPr sz="2550" b="0">
                <a:solidFill>
                  <a:srgbClr val="D9E6DB"/>
                </a:solidFill>
                <a:latin typeface="Arial"/>
                <a:ea typeface="Arial"/>
                <a:cs typeface="Arial"/>
              </a:defRPr>
            </a:lvl2pPr>
            <a:lvl3pPr>
              <a:defRPr sz="2550" b="0">
                <a:solidFill>
                  <a:srgbClr val="D9E6DB"/>
                </a:solidFill>
                <a:latin typeface="Arial"/>
                <a:ea typeface="Arial"/>
                <a:cs typeface="Arial"/>
              </a:defRPr>
            </a:lvl3pPr>
            <a:lvl4pPr>
              <a:defRPr sz="2550" b="0">
                <a:solidFill>
                  <a:srgbClr val="D9E6DB"/>
                </a:solidFill>
                <a:latin typeface="Arial"/>
                <a:ea typeface="Arial"/>
                <a:cs typeface="Arial"/>
              </a:defRPr>
            </a:lvl4pPr>
            <a:lvl5pPr>
              <a:defRPr sz="2550" b="0">
                <a:solidFill>
                  <a:srgbClr val="D9E6DB"/>
                </a:solidFill>
                <a:latin typeface="Arial"/>
                <a:ea typeface="Arial"/>
                <a:cs typeface="Arial"/>
              </a:defRPr>
            </a:lvl5pPr>
            <a:lvl6pPr>
              <a:defRPr sz="2550" b="0">
                <a:solidFill>
                  <a:srgbClr val="D9E6DB"/>
                </a:solidFill>
                <a:latin typeface="Arial"/>
                <a:ea typeface="Arial"/>
                <a:cs typeface="Arial"/>
              </a:defRPr>
            </a:lvl6pPr>
            <a:lvl7pPr>
              <a:defRPr sz="2550" b="0">
                <a:solidFill>
                  <a:srgbClr val="D9E6DB"/>
                </a:solidFill>
                <a:latin typeface="Arial"/>
                <a:ea typeface="Arial"/>
                <a:cs typeface="Arial"/>
              </a:defRPr>
            </a:lvl7pPr>
            <a:lvl8pPr>
              <a:defRPr sz="2550" b="0">
                <a:solidFill>
                  <a:srgbClr val="D9E6DB"/>
                </a:solidFill>
                <a:latin typeface="Arial"/>
                <a:ea typeface="Arial"/>
                <a:cs typeface="Arial"/>
              </a:defRPr>
            </a:lvl8pPr>
            <a:lvl9pPr>
              <a:defRPr sz="2550" b="0">
                <a:solidFill>
                  <a:srgbClr val="D9E6DB"/>
                </a:solidFill>
                <a:latin typeface="Arial"/>
                <a:ea typeface="Arial"/>
                <a:cs typeface="Arial"/>
              </a:defRPr>
            </a:lvl9pPr>
          </a:lstStyle>
          <a:p xmlns:a="http://schemas.openxmlformats.org/drawingml/2006/main">
            <a:pPr>
              <a:defRPr sz="2550" b="0">
                <a:solidFill>
                  <a:srgbClr val="D9E6DB"/>
                </a:solidFill>
                <a:latin typeface="Arial"/>
                <a:ea typeface="Arial"/>
                <a:cs typeface="Arial"/>
              </a:defRPr>
            </a:pPr>
            <a:r>
              <a:rPr sz="2550" b="0">
                <a:solidFill>
                  <a:srgbClr val="D9E6DB"/>
                </a:solidFill>
                <a:latin typeface="Arial"/>
                <a:ea typeface="Arial"/>
                <a:cs typeface="Arial"/>
              </a:rPr>
              <a:t>Perjalanan budaya dan kuliner</a:t>
            </a:r>
          </a:p>
          <a:p xmlns:a="http://schemas.openxmlformats.org/drawingml/2006/main">
            <a:pPr>
              <a:defRPr sz="2550" b="0">
                <a:solidFill>
                  <a:srgbClr val="D9E6DB"/>
                </a:solidFill>
                <a:latin typeface="Arial"/>
                <a:ea typeface="Arial"/>
                <a:cs typeface="Arial"/>
              </a:defRPr>
            </a:pPr>
            <a:r>
              <a:rPr sz="2550" b="0">
                <a:solidFill>
                  <a:srgbClr val="D9E6DB"/>
                </a:solidFill>
                <a:latin typeface="Arial"/>
                <a:ea typeface="Arial"/>
                <a:cs typeface="Arial"/>
              </a:rPr>
              <a:t>yang dapat diperiksa dan diubah</a:t>
            </a:r>
          </a:p>
        </p:txBody>
      </p:sp>
      <p:sp>
        <p:nvSpPr>
          <p:cNvPr id="3" name="body">
            <a:extLst xmlns:a="http://schemas.openxmlformats.org/drawingml/2006/main">
              <a:ext uri="{FF2B5EF4-FFF2-40B4-BE49-F238E27FC236}">
                <a16:creationId xmlns:a16="http://schemas.microsoft.com/office/drawing/2014/main" id="{9D9AA1EE-66FF-48E5-A405-A1550B7880B4}"/>
              </a:ext>
            </a:extLst>
          </p:cNvPr>
          <p:cNvSpPr>
            <a:spLocks xmlns:a="http://schemas.openxmlformats.org/drawingml/2006/main" noGrp="1"/>
          </p:cNvSpPr>
          <p:nvPr/>
        </p:nvSpPr>
        <p:spPr>
          <a:xfrm xmlns:a="http://schemas.openxmlformats.org/drawingml/2006/main">
            <a:off x="781050" y="509587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7F3E9"/>
                </a:solidFill>
                <a:latin typeface="Arial"/>
                <a:ea typeface="Arial"/>
                <a:cs typeface="Arial"/>
              </a:defRPr>
            </a:defPPr>
            <a:lvl1pPr>
              <a:defRPr sz="1725" b="0">
                <a:solidFill>
                  <a:srgbClr val="F7F3E9"/>
                </a:solidFill>
                <a:latin typeface="Arial"/>
                <a:ea typeface="Arial"/>
                <a:cs typeface="Arial"/>
              </a:defRPr>
            </a:lvl1pPr>
            <a:lvl2pPr>
              <a:defRPr sz="1725" b="0">
                <a:solidFill>
                  <a:srgbClr val="F7F3E9"/>
                </a:solidFill>
                <a:latin typeface="Arial"/>
                <a:ea typeface="Arial"/>
                <a:cs typeface="Arial"/>
              </a:defRPr>
            </a:lvl2pPr>
            <a:lvl3pPr>
              <a:defRPr sz="1725" b="0">
                <a:solidFill>
                  <a:srgbClr val="F7F3E9"/>
                </a:solidFill>
                <a:latin typeface="Arial"/>
                <a:ea typeface="Arial"/>
                <a:cs typeface="Arial"/>
              </a:defRPr>
            </a:lvl3pPr>
            <a:lvl4pPr>
              <a:defRPr sz="1725" b="0">
                <a:solidFill>
                  <a:srgbClr val="F7F3E9"/>
                </a:solidFill>
                <a:latin typeface="Arial"/>
                <a:ea typeface="Arial"/>
                <a:cs typeface="Arial"/>
              </a:defRPr>
            </a:lvl4pPr>
            <a:lvl5pPr>
              <a:defRPr sz="1725" b="0">
                <a:solidFill>
                  <a:srgbClr val="F7F3E9"/>
                </a:solidFill>
                <a:latin typeface="Arial"/>
                <a:ea typeface="Arial"/>
                <a:cs typeface="Arial"/>
              </a:defRPr>
            </a:lvl5pPr>
            <a:lvl6pPr>
              <a:defRPr sz="1725" b="0">
                <a:solidFill>
                  <a:srgbClr val="F7F3E9"/>
                </a:solidFill>
                <a:latin typeface="Arial"/>
                <a:ea typeface="Arial"/>
                <a:cs typeface="Arial"/>
              </a:defRPr>
            </a:lvl6pPr>
            <a:lvl7pPr>
              <a:defRPr sz="1725" b="0">
                <a:solidFill>
                  <a:srgbClr val="F7F3E9"/>
                </a:solidFill>
                <a:latin typeface="Arial"/>
                <a:ea typeface="Arial"/>
                <a:cs typeface="Arial"/>
              </a:defRPr>
            </a:lvl7pPr>
            <a:lvl8pPr>
              <a:defRPr sz="1725" b="0">
                <a:solidFill>
                  <a:srgbClr val="F7F3E9"/>
                </a:solidFill>
                <a:latin typeface="Arial"/>
                <a:ea typeface="Arial"/>
                <a:cs typeface="Arial"/>
              </a:defRPr>
            </a:lvl8pPr>
            <a:lvl9pPr>
              <a:defRPr sz="1725" b="0">
                <a:solidFill>
                  <a:srgbClr val="F7F3E9"/>
                </a:solidFill>
                <a:latin typeface="Arial"/>
                <a:ea typeface="Arial"/>
                <a:cs typeface="Arial"/>
              </a:defRPr>
            </a:lvl9pPr>
          </a:lstStyle>
          <a:p xmlns:a="http://schemas.openxmlformats.org/drawingml/2006/main">
            <a:pPr>
              <a:defRPr sz="1725" b="0">
                <a:solidFill>
                  <a:srgbClr val="F7F3E9"/>
                </a:solidFill>
                <a:latin typeface="Arial"/>
                <a:ea typeface="Arial"/>
                <a:cs typeface="Arial"/>
              </a:defRPr>
            </a:pPr>
            <a:r>
              <a:rPr sz="1725" b="0">
                <a:solidFill>
                  <a:srgbClr val="F7F3E9"/>
                </a:solidFill>
                <a:latin typeface="Arial"/>
                <a:ea typeface="Arial"/>
                <a:cs typeface="Arial"/>
              </a:rPr>
              <a:t>IT Festival 2026</a:t>
            </a:r>
          </a:p>
          <a:p xmlns:a="http://schemas.openxmlformats.org/drawingml/2006/main">
            <a:pPr>
              <a:defRPr sz="1725" b="0">
                <a:solidFill>
                  <a:srgbClr val="F7F3E9"/>
                </a:solidFill>
                <a:latin typeface="Arial"/>
                <a:ea typeface="Arial"/>
                <a:cs typeface="Arial"/>
              </a:defRPr>
            </a:pPr>
            <a:r>
              <a:rPr sz="1725" b="0">
                <a:solidFill>
                  <a:srgbClr val="F7F3E9"/>
                </a:solidFill>
                <a:latin typeface="Arial"/>
                <a:ea typeface="Arial"/>
                <a:cs typeface="Arial"/>
              </a:rPr>
              <a:t>Empowering Culture Through AI-Driven Innovation</a:t>
            </a:r>
          </a:p>
        </p:txBody>
      </p:sp>
      <p:sp>
        <p:nvSpPr>
          <p:cNvPr id="4" name="body">
            <a:extLst xmlns:a="http://schemas.openxmlformats.org/drawingml/2006/main">
              <a:ext uri="{FF2B5EF4-FFF2-40B4-BE49-F238E27FC236}">
                <a16:creationId xmlns:a16="http://schemas.microsoft.com/office/drawing/2014/main" id="{9B73B5C8-B1B2-4840-A453-28BAD4E6BE60}"/>
              </a:ext>
            </a:extLst>
          </p:cNvPr>
          <p:cNvSpPr>
            <a:spLocks xmlns:a="http://schemas.openxmlformats.org/drawingml/2006/main" noGrp="1"/>
          </p:cNvSpPr>
          <p:nvPr/>
        </p:nvSpPr>
        <p:spPr>
          <a:xfrm xmlns:a="http://schemas.openxmlformats.org/drawingml/2006/main">
            <a:off x="781050" y="5829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7F3E9"/>
                </a:solidFill>
                <a:latin typeface="Arial"/>
                <a:ea typeface="Arial"/>
                <a:cs typeface="Arial"/>
              </a:defRPr>
            </a:defPPr>
            <a:lvl1pPr>
              <a:defRPr sz="1800" b="0">
                <a:solidFill>
                  <a:srgbClr val="F7F3E9"/>
                </a:solidFill>
                <a:latin typeface="Arial"/>
                <a:ea typeface="Arial"/>
                <a:cs typeface="Arial"/>
              </a:defRPr>
            </a:lvl1pPr>
            <a:lvl2pPr>
              <a:defRPr sz="1800" b="0">
                <a:solidFill>
                  <a:srgbClr val="F7F3E9"/>
                </a:solidFill>
                <a:latin typeface="Arial"/>
                <a:ea typeface="Arial"/>
                <a:cs typeface="Arial"/>
              </a:defRPr>
            </a:lvl2pPr>
            <a:lvl3pPr>
              <a:defRPr sz="1800" b="0">
                <a:solidFill>
                  <a:srgbClr val="F7F3E9"/>
                </a:solidFill>
                <a:latin typeface="Arial"/>
                <a:ea typeface="Arial"/>
                <a:cs typeface="Arial"/>
              </a:defRPr>
            </a:lvl3pPr>
            <a:lvl4pPr>
              <a:defRPr sz="1800" b="0">
                <a:solidFill>
                  <a:srgbClr val="F7F3E9"/>
                </a:solidFill>
                <a:latin typeface="Arial"/>
                <a:ea typeface="Arial"/>
                <a:cs typeface="Arial"/>
              </a:defRPr>
            </a:lvl4pPr>
            <a:lvl5pPr>
              <a:defRPr sz="1800" b="0">
                <a:solidFill>
                  <a:srgbClr val="F7F3E9"/>
                </a:solidFill>
                <a:latin typeface="Arial"/>
                <a:ea typeface="Arial"/>
                <a:cs typeface="Arial"/>
              </a:defRPr>
            </a:lvl5pPr>
            <a:lvl6pPr>
              <a:defRPr sz="1800" b="0">
                <a:solidFill>
                  <a:srgbClr val="F7F3E9"/>
                </a:solidFill>
                <a:latin typeface="Arial"/>
                <a:ea typeface="Arial"/>
                <a:cs typeface="Arial"/>
              </a:defRPr>
            </a:lvl6pPr>
            <a:lvl7pPr>
              <a:defRPr sz="1800" b="0">
                <a:solidFill>
                  <a:srgbClr val="F7F3E9"/>
                </a:solidFill>
                <a:latin typeface="Arial"/>
                <a:ea typeface="Arial"/>
                <a:cs typeface="Arial"/>
              </a:defRPr>
            </a:lvl7pPr>
            <a:lvl8pPr>
              <a:defRPr sz="1800" b="0">
                <a:solidFill>
                  <a:srgbClr val="F7F3E9"/>
                </a:solidFill>
                <a:latin typeface="Arial"/>
                <a:ea typeface="Arial"/>
                <a:cs typeface="Arial"/>
              </a:defRPr>
            </a:lvl8pPr>
            <a:lvl9pPr>
              <a:defRPr sz="1800" b="0">
                <a:solidFill>
                  <a:srgbClr val="F7F3E9"/>
                </a:solidFill>
                <a:latin typeface="Arial"/>
                <a:ea typeface="Arial"/>
                <a:cs typeface="Arial"/>
              </a:defRPr>
            </a:lvl9pPr>
          </a:lstStyle>
          <a:p xmlns:a="http://schemas.openxmlformats.org/drawingml/2006/main">
            <a:pPr>
              <a:defRPr sz="1800" b="0">
                <a:solidFill>
                  <a:srgbClr val="F7F3E9"/>
                </a:solidFill>
                <a:latin typeface="Arial"/>
                <a:ea typeface="Arial"/>
                <a:cs typeface="Arial"/>
              </a:defRPr>
            </a:pPr>
            <a:r>
              <a:rPr sz="1800" b="0">
                <a:solidFill>
                  <a:srgbClr val="F7F3E9"/>
                </a:solidFill>
                <a:latin typeface="Arial"/>
                <a:ea typeface="Arial"/>
                <a:cs typeface="Arial"/>
              </a:rPr>
              <a:t>https://wisata-budaya-planner-demo.netlify.app</a:t>
            </a:r>
          </a:p>
        </p:txBody>
      </p:sp>
      <p:sp>
        <p:nvSpPr>
          <p:cNvPr id="5" name="body">
            <a:extLst xmlns:a="http://schemas.openxmlformats.org/drawingml/2006/main">
              <a:ext uri="{FF2B5EF4-FFF2-40B4-BE49-F238E27FC236}">
                <a16:creationId xmlns:a16="http://schemas.microsoft.com/office/drawing/2014/main" id="{C75CF2EA-B01C-4509-A80A-60E1108E4E6A}"/>
              </a:ext>
            </a:extLst>
          </p:cNvPr>
          <p:cNvSpPr>
            <a:spLocks xmlns:a="http://schemas.openxmlformats.org/drawingml/2006/main" noGrp="1"/>
          </p:cNvSpPr>
          <p:nvPr/>
        </p:nvSpPr>
        <p:spPr>
          <a:xfrm xmlns:a="http://schemas.openxmlformats.org/drawingml/2006/main">
            <a:off x="781050" y="62388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D9E6DB"/>
                </a:solidFill>
                <a:latin typeface="Arial"/>
                <a:ea typeface="Arial"/>
                <a:cs typeface="Arial"/>
              </a:defRPr>
            </a:defPPr>
            <a:lvl1pPr>
              <a:defRPr sz="1350" b="0">
                <a:solidFill>
                  <a:srgbClr val="D9E6DB"/>
                </a:solidFill>
                <a:latin typeface="Arial"/>
                <a:ea typeface="Arial"/>
                <a:cs typeface="Arial"/>
              </a:defRPr>
            </a:lvl1pPr>
            <a:lvl2pPr>
              <a:defRPr sz="1350" b="0">
                <a:solidFill>
                  <a:srgbClr val="D9E6DB"/>
                </a:solidFill>
                <a:latin typeface="Arial"/>
                <a:ea typeface="Arial"/>
                <a:cs typeface="Arial"/>
              </a:defRPr>
            </a:lvl2pPr>
            <a:lvl3pPr>
              <a:defRPr sz="1350" b="0">
                <a:solidFill>
                  <a:srgbClr val="D9E6DB"/>
                </a:solidFill>
                <a:latin typeface="Arial"/>
                <a:ea typeface="Arial"/>
                <a:cs typeface="Arial"/>
              </a:defRPr>
            </a:lvl3pPr>
            <a:lvl4pPr>
              <a:defRPr sz="1350" b="0">
                <a:solidFill>
                  <a:srgbClr val="D9E6DB"/>
                </a:solidFill>
                <a:latin typeface="Arial"/>
                <a:ea typeface="Arial"/>
                <a:cs typeface="Arial"/>
              </a:defRPr>
            </a:lvl4pPr>
            <a:lvl5pPr>
              <a:defRPr sz="1350" b="0">
                <a:solidFill>
                  <a:srgbClr val="D9E6DB"/>
                </a:solidFill>
                <a:latin typeface="Arial"/>
                <a:ea typeface="Arial"/>
                <a:cs typeface="Arial"/>
              </a:defRPr>
            </a:lvl5pPr>
            <a:lvl6pPr>
              <a:defRPr sz="1350" b="0">
                <a:solidFill>
                  <a:srgbClr val="D9E6DB"/>
                </a:solidFill>
                <a:latin typeface="Arial"/>
                <a:ea typeface="Arial"/>
                <a:cs typeface="Arial"/>
              </a:defRPr>
            </a:lvl6pPr>
            <a:lvl7pPr>
              <a:defRPr sz="1350" b="0">
                <a:solidFill>
                  <a:srgbClr val="D9E6DB"/>
                </a:solidFill>
                <a:latin typeface="Arial"/>
                <a:ea typeface="Arial"/>
                <a:cs typeface="Arial"/>
              </a:defRPr>
            </a:lvl7pPr>
            <a:lvl8pPr>
              <a:defRPr sz="1350" b="0">
                <a:solidFill>
                  <a:srgbClr val="D9E6DB"/>
                </a:solidFill>
                <a:latin typeface="Arial"/>
                <a:ea typeface="Arial"/>
                <a:cs typeface="Arial"/>
              </a:defRPr>
            </a:lvl8pPr>
            <a:lvl9pPr>
              <a:defRPr sz="1350" b="0">
                <a:solidFill>
                  <a:srgbClr val="D9E6DB"/>
                </a:solidFill>
                <a:latin typeface="Arial"/>
                <a:ea typeface="Arial"/>
                <a:cs typeface="Arial"/>
              </a:defRPr>
            </a:lvl9pPr>
          </a:lstStyle>
          <a:p xmlns:a="http://schemas.openxmlformats.org/drawingml/2006/main">
            <a:pPr>
              <a:defRPr sz="1350" b="0">
                <a:solidFill>
                  <a:srgbClr val="D9E6DB"/>
                </a:solidFill>
                <a:latin typeface="Arial"/>
                <a:ea typeface="Arial"/>
                <a:cs typeface="Arial"/>
              </a:defRPr>
            </a:pPr>
            <a:r>
              <a:rPr sz="1350" b="0">
                <a:solidFill>
                  <a:srgbClr val="D9E6DB"/>
                </a:solidFill>
                <a:latin typeface="Arial"/>
                <a:ea typeface="Arial"/>
                <a:cs typeface="Arial"/>
              </a:rPr>
              <a:t>Demo Kompetisi — Data Sintetis  /  mock dan fallback  /  konteks pilot Palembang</a:t>
            </a:r>
          </a:p>
        </p:txBody>
      </p:sp>
    </p:spTree>
    <p:extLst>
      <p:ext uri="{BB962C8B-B14F-4D97-AF65-F5344CB8AC3E}">
        <p14:creationId xmlns:p14="http://schemas.microsoft.com/office/powerpoint/2010/main" val="1208952536"/>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1DF074B1-867E-47B3-B78D-D55317ADB460}"/>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93C34"/>
                </a:solidFill>
                <a:latin typeface="Arial"/>
                <a:ea typeface="Arial"/>
                <a:cs typeface="Arial"/>
              </a:defRPr>
            </a:defPPr>
            <a:lvl1pPr>
              <a:defRPr sz="3450" b="1">
                <a:solidFill>
                  <a:srgbClr val="193C34"/>
                </a:solidFill>
                <a:latin typeface="Arial"/>
                <a:ea typeface="Arial"/>
                <a:cs typeface="Arial"/>
              </a:defRPr>
            </a:lvl1pPr>
            <a:lvl2pPr>
              <a:defRPr sz="3450" b="1">
                <a:solidFill>
                  <a:srgbClr val="193C34"/>
                </a:solidFill>
                <a:latin typeface="Arial"/>
                <a:ea typeface="Arial"/>
                <a:cs typeface="Arial"/>
              </a:defRPr>
            </a:lvl2pPr>
            <a:lvl3pPr>
              <a:defRPr sz="3450" b="1">
                <a:solidFill>
                  <a:srgbClr val="193C34"/>
                </a:solidFill>
                <a:latin typeface="Arial"/>
                <a:ea typeface="Arial"/>
                <a:cs typeface="Arial"/>
              </a:defRPr>
            </a:lvl3pPr>
            <a:lvl4pPr>
              <a:defRPr sz="3450" b="1">
                <a:solidFill>
                  <a:srgbClr val="193C34"/>
                </a:solidFill>
                <a:latin typeface="Arial"/>
                <a:ea typeface="Arial"/>
                <a:cs typeface="Arial"/>
              </a:defRPr>
            </a:lvl4pPr>
            <a:lvl5pPr>
              <a:defRPr sz="3450" b="1">
                <a:solidFill>
                  <a:srgbClr val="193C34"/>
                </a:solidFill>
                <a:latin typeface="Arial"/>
                <a:ea typeface="Arial"/>
                <a:cs typeface="Arial"/>
              </a:defRPr>
            </a:lvl5pPr>
            <a:lvl6pPr>
              <a:defRPr sz="3450" b="1">
                <a:solidFill>
                  <a:srgbClr val="193C34"/>
                </a:solidFill>
                <a:latin typeface="Arial"/>
                <a:ea typeface="Arial"/>
                <a:cs typeface="Arial"/>
              </a:defRPr>
            </a:lvl6pPr>
            <a:lvl7pPr>
              <a:defRPr sz="3450" b="1">
                <a:solidFill>
                  <a:srgbClr val="193C34"/>
                </a:solidFill>
                <a:latin typeface="Arial"/>
                <a:ea typeface="Arial"/>
                <a:cs typeface="Arial"/>
              </a:defRPr>
            </a:lvl7pPr>
            <a:lvl8pPr>
              <a:defRPr sz="3450" b="1">
                <a:solidFill>
                  <a:srgbClr val="193C34"/>
                </a:solidFill>
                <a:latin typeface="Arial"/>
                <a:ea typeface="Arial"/>
                <a:cs typeface="Arial"/>
              </a:defRPr>
            </a:lvl8pPr>
            <a:lvl9pPr>
              <a:defRPr sz="3450" b="1">
                <a:solidFill>
                  <a:srgbClr val="193C34"/>
                </a:solidFill>
                <a:latin typeface="Arial"/>
                <a:ea typeface="Arial"/>
                <a:cs typeface="Arial"/>
              </a:defRPr>
            </a:lvl9pPr>
          </a:lstStyle>
          <a:p xmlns:a="http://schemas.openxmlformats.org/drawingml/2006/main">
            <a:pPr>
              <a:defRPr sz="3450" b="1">
                <a:solidFill>
                  <a:srgbClr val="193C34"/>
                </a:solidFill>
                <a:latin typeface="Arial"/>
                <a:ea typeface="Arial"/>
                <a:cs typeface="Arial"/>
              </a:defRPr>
            </a:pPr>
            <a:r>
              <a:rPr sz="3450" b="1">
                <a:solidFill>
                  <a:srgbClr val="193C34"/>
                </a:solidFill>
                <a:latin typeface="Arial"/>
                <a:ea typeface="Arial"/>
                <a:cs typeface="Arial"/>
              </a:rPr>
              <a:t>Tantangan merencanakan wisata budaya</a:t>
            </a:r>
          </a:p>
        </p:txBody>
      </p:sp>
      <p:sp>
        <p:nvSpPr>
          <p:cNvPr id="2" name="body">
            <a:extLst xmlns:a="http://schemas.openxmlformats.org/drawingml/2006/main">
              <a:ext uri="{FF2B5EF4-FFF2-40B4-BE49-F238E27FC236}">
                <a16:creationId xmlns:a16="http://schemas.microsoft.com/office/drawing/2014/main" id="{2A46D866-4402-428B-8AB3-A81CD7066FE9}"/>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Hipotesis produk yang masih memerlukan uji pengguna</a:t>
            </a:r>
          </a:p>
        </p:txBody>
      </p:sp>
      <p:sp>
        <p:nvSpPr>
          <p:cNvPr id="3" name="body">
            <a:extLst xmlns:a="http://schemas.openxmlformats.org/drawingml/2006/main">
              <a:ext uri="{FF2B5EF4-FFF2-40B4-BE49-F238E27FC236}">
                <a16:creationId xmlns:a16="http://schemas.microsoft.com/office/drawing/2014/main" id="{4309C7DA-316D-45A4-9597-74EB9F1A6D63}"/>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02   Wisata Budaya Planner</a:t>
            </a:r>
          </a:p>
        </p:txBody>
      </p:sp>
      <p:sp>
        <p:nvSpPr>
          <p:cNvPr id="4" name="body">
            <a:extLst xmlns:a="http://schemas.openxmlformats.org/drawingml/2006/main">
              <a:ext uri="{FF2B5EF4-FFF2-40B4-BE49-F238E27FC236}">
                <a16:creationId xmlns:a16="http://schemas.microsoft.com/office/drawing/2014/main" id="{60DF3691-E694-4B3B-830A-27BF6152171B}"/>
              </a:ext>
            </a:extLst>
          </p:cNvPr>
          <p:cNvSpPr>
            <a:spLocks xmlns:a="http://schemas.openxmlformats.org/drawingml/2006/main" noGrp="1"/>
          </p:cNvSpPr>
          <p:nvPr/>
        </p:nvSpPr>
        <p:spPr>
          <a:xfrm xmlns:a="http://schemas.openxmlformats.org/drawingml/2006/main">
            <a:off x="742950" y="25146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Informasi tersebar</a:t>
            </a:r>
          </a:p>
        </p:txBody>
      </p:sp>
      <p:sp>
        <p:nvSpPr>
          <p:cNvPr id="5" name="body">
            <a:extLst xmlns:a="http://schemas.openxmlformats.org/drawingml/2006/main">
              <a:ext uri="{FF2B5EF4-FFF2-40B4-BE49-F238E27FC236}">
                <a16:creationId xmlns:a16="http://schemas.microsoft.com/office/drawing/2014/main" id="{BE322664-D3EE-4EED-BFDC-A5425CF22D58}"/>
              </a:ext>
            </a:extLst>
          </p:cNvPr>
          <p:cNvSpPr>
            <a:spLocks xmlns:a="http://schemas.openxmlformats.org/drawingml/2006/main" noGrp="1"/>
          </p:cNvSpPr>
          <p:nvPr/>
        </p:nvSpPr>
        <p:spPr>
          <a:xfrm xmlns:a="http://schemas.openxmlformats.org/drawingml/2006/main">
            <a:off x="742950" y="297180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Minat, jam kunjungan, rute, kebutuhan makan dan biaya kelompok saling memengaruhi.</a:t>
            </a:r>
          </a:p>
        </p:txBody>
      </p:sp>
      <p:sp>
        <p:nvSpPr>
          <p:cNvPr id="6" name="body">
            <a:extLst xmlns:a="http://schemas.openxmlformats.org/drawingml/2006/main">
              <a:ext uri="{FF2B5EF4-FFF2-40B4-BE49-F238E27FC236}">
                <a16:creationId xmlns:a16="http://schemas.microsoft.com/office/drawing/2014/main" id="{08CBA9EF-8B9A-45DA-B6CC-7DEB8458273B}"/>
              </a:ext>
            </a:extLst>
          </p:cNvPr>
          <p:cNvSpPr>
            <a:spLocks xmlns:a="http://schemas.openxmlformats.org/drawingml/2006/main" noGrp="1"/>
          </p:cNvSpPr>
          <p:nvPr/>
        </p:nvSpPr>
        <p:spPr>
          <a:xfrm xmlns:a="http://schemas.openxmlformats.org/drawingml/2006/main">
            <a:off x="742950" y="37528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Kelayakan sulit diperiksa</a:t>
            </a:r>
          </a:p>
        </p:txBody>
      </p:sp>
      <p:sp>
        <p:nvSpPr>
          <p:cNvPr id="7" name="body">
            <a:extLst xmlns:a="http://schemas.openxmlformats.org/drawingml/2006/main">
              <a:ext uri="{FF2B5EF4-FFF2-40B4-BE49-F238E27FC236}">
                <a16:creationId xmlns:a16="http://schemas.microsoft.com/office/drawing/2014/main" id="{2B607DE1-42F5-4CA5-8609-13AB7AFE2452}"/>
              </a:ext>
            </a:extLst>
          </p:cNvPr>
          <p:cNvSpPr>
            <a:spLocks xmlns:a="http://schemas.openxmlformats.org/drawingml/2006/main" noGrp="1"/>
          </p:cNvSpPr>
          <p:nvPr/>
        </p:nvSpPr>
        <p:spPr>
          <a:xfrm xmlns:a="http://schemas.openxmlformats.org/drawingml/2006/main">
            <a:off x="742950" y="42100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Daftar rekomendasi belum memastikan perjalanan selesai dalam waktu dan anggaran.</a:t>
            </a:r>
          </a:p>
        </p:txBody>
      </p:sp>
      <p:sp>
        <p:nvSpPr>
          <p:cNvPr id="8" name="body">
            <a:extLst xmlns:a="http://schemas.openxmlformats.org/drawingml/2006/main">
              <a:ext uri="{FF2B5EF4-FFF2-40B4-BE49-F238E27FC236}">
                <a16:creationId xmlns:a16="http://schemas.microsoft.com/office/drawing/2014/main" id="{504BDB86-300B-41A3-81DE-74176204D1A9}"/>
              </a:ext>
            </a:extLst>
          </p:cNvPr>
          <p:cNvSpPr>
            <a:spLocks xmlns:a="http://schemas.openxmlformats.org/drawingml/2006/main" noGrp="1"/>
          </p:cNvSpPr>
          <p:nvPr/>
        </p:nvSpPr>
        <p:spPr>
          <a:xfrm xmlns:a="http://schemas.openxmlformats.org/drawingml/2006/main">
            <a:off x="742950" y="49911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Konteks budaya perlu sumber</a:t>
            </a:r>
          </a:p>
        </p:txBody>
      </p:sp>
      <p:sp>
        <p:nvSpPr>
          <p:cNvPr id="9" name="body">
            <a:extLst xmlns:a="http://schemas.openxmlformats.org/drawingml/2006/main">
              <a:ext uri="{FF2B5EF4-FFF2-40B4-BE49-F238E27FC236}">
                <a16:creationId xmlns:a16="http://schemas.microsoft.com/office/drawing/2014/main" id="{267B9891-20AD-4BAF-8C92-295BE66C86C9}"/>
              </a:ext>
            </a:extLst>
          </p:cNvPr>
          <p:cNvSpPr>
            <a:spLocks xmlns:a="http://schemas.openxmlformats.org/drawingml/2006/main" noGrp="1"/>
          </p:cNvSpPr>
          <p:nvPr/>
        </p:nvSpPr>
        <p:spPr>
          <a:xfrm xmlns:a="http://schemas.openxmlformats.org/drawingml/2006/main">
            <a:off x="742950" y="544830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Pengguna perlu mengetahui asal informasi, ketidakpastian dan perubahan bukti.</a:t>
            </a:r>
          </a:p>
        </p:txBody>
      </p:sp>
    </p:spTree>
    <p:extLst>
      <p:ext uri="{BB962C8B-B14F-4D97-AF65-F5344CB8AC3E}">
        <p14:creationId xmlns:p14="http://schemas.microsoft.com/office/powerpoint/2010/main" val="1337850679"/>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09E8A7B-A53B-4444-9987-011D62DBC438}"/>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93C34"/>
                </a:solidFill>
                <a:latin typeface="Arial"/>
                <a:ea typeface="Arial"/>
                <a:cs typeface="Arial"/>
              </a:defRPr>
            </a:defPPr>
            <a:lvl1pPr>
              <a:defRPr sz="3450" b="1">
                <a:solidFill>
                  <a:srgbClr val="193C34"/>
                </a:solidFill>
                <a:latin typeface="Arial"/>
                <a:ea typeface="Arial"/>
                <a:cs typeface="Arial"/>
              </a:defRPr>
            </a:lvl1pPr>
            <a:lvl2pPr>
              <a:defRPr sz="3450" b="1">
                <a:solidFill>
                  <a:srgbClr val="193C34"/>
                </a:solidFill>
                <a:latin typeface="Arial"/>
                <a:ea typeface="Arial"/>
                <a:cs typeface="Arial"/>
              </a:defRPr>
            </a:lvl2pPr>
            <a:lvl3pPr>
              <a:defRPr sz="3450" b="1">
                <a:solidFill>
                  <a:srgbClr val="193C34"/>
                </a:solidFill>
                <a:latin typeface="Arial"/>
                <a:ea typeface="Arial"/>
                <a:cs typeface="Arial"/>
              </a:defRPr>
            </a:lvl3pPr>
            <a:lvl4pPr>
              <a:defRPr sz="3450" b="1">
                <a:solidFill>
                  <a:srgbClr val="193C34"/>
                </a:solidFill>
                <a:latin typeface="Arial"/>
                <a:ea typeface="Arial"/>
                <a:cs typeface="Arial"/>
              </a:defRPr>
            </a:lvl4pPr>
            <a:lvl5pPr>
              <a:defRPr sz="3450" b="1">
                <a:solidFill>
                  <a:srgbClr val="193C34"/>
                </a:solidFill>
                <a:latin typeface="Arial"/>
                <a:ea typeface="Arial"/>
                <a:cs typeface="Arial"/>
              </a:defRPr>
            </a:lvl5pPr>
            <a:lvl6pPr>
              <a:defRPr sz="3450" b="1">
                <a:solidFill>
                  <a:srgbClr val="193C34"/>
                </a:solidFill>
                <a:latin typeface="Arial"/>
                <a:ea typeface="Arial"/>
                <a:cs typeface="Arial"/>
              </a:defRPr>
            </a:lvl6pPr>
            <a:lvl7pPr>
              <a:defRPr sz="3450" b="1">
                <a:solidFill>
                  <a:srgbClr val="193C34"/>
                </a:solidFill>
                <a:latin typeface="Arial"/>
                <a:ea typeface="Arial"/>
                <a:cs typeface="Arial"/>
              </a:defRPr>
            </a:lvl7pPr>
            <a:lvl8pPr>
              <a:defRPr sz="3450" b="1">
                <a:solidFill>
                  <a:srgbClr val="193C34"/>
                </a:solidFill>
                <a:latin typeface="Arial"/>
                <a:ea typeface="Arial"/>
                <a:cs typeface="Arial"/>
              </a:defRPr>
            </a:lvl8pPr>
            <a:lvl9pPr>
              <a:defRPr sz="3450" b="1">
                <a:solidFill>
                  <a:srgbClr val="193C34"/>
                </a:solidFill>
                <a:latin typeface="Arial"/>
                <a:ea typeface="Arial"/>
                <a:cs typeface="Arial"/>
              </a:defRPr>
            </a:lvl9pPr>
          </a:lstStyle>
          <a:p xmlns:a="http://schemas.openxmlformats.org/drawingml/2006/main">
            <a:pPr>
              <a:defRPr sz="3450" b="1">
                <a:solidFill>
                  <a:srgbClr val="193C34"/>
                </a:solidFill>
                <a:latin typeface="Arial"/>
                <a:ea typeface="Arial"/>
                <a:cs typeface="Arial"/>
              </a:defRPr>
            </a:pPr>
            <a:r>
              <a:rPr sz="3450" b="1">
                <a:solidFill>
                  <a:srgbClr val="193C34"/>
                </a:solidFill>
                <a:latin typeface="Arial"/>
                <a:ea typeface="Arial"/>
                <a:cs typeface="Arial"/>
              </a:rPr>
              <a:t>Preferensi dan kebutuhan traveler</a:t>
            </a:r>
          </a:p>
        </p:txBody>
      </p:sp>
      <p:sp>
        <p:nvSpPr>
          <p:cNvPr id="2" name="body">
            <a:extLst xmlns:a="http://schemas.openxmlformats.org/drawingml/2006/main">
              <a:ext uri="{FF2B5EF4-FFF2-40B4-BE49-F238E27FC236}">
                <a16:creationId xmlns:a16="http://schemas.microsoft.com/office/drawing/2014/main" id="{63D3670B-9175-4A89-BE7E-8F97D0D44740}"/>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Temukan destinasi, isi preferensi, periksa rencana, lalu ubah dengan aman</a:t>
            </a:r>
          </a:p>
        </p:txBody>
      </p:sp>
      <p:sp>
        <p:nvSpPr>
          <p:cNvPr id="3" name="body">
            <a:extLst xmlns:a="http://schemas.openxmlformats.org/drawingml/2006/main">
              <a:ext uri="{FF2B5EF4-FFF2-40B4-BE49-F238E27FC236}">
                <a16:creationId xmlns:a16="http://schemas.microsoft.com/office/drawing/2014/main" id="{5592DE62-D369-4713-A604-640C8670DB86}"/>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03   Wisata Budaya Planner</a:t>
            </a:r>
          </a:p>
        </p:txBody>
      </p:sp>
      <p:pic>
        <p:nvPicPr>
          <p:cNvPr id="4" name="">
            <a:extLst xmlns:a="http://schemas.openxmlformats.org/drawingml/2006/main">
              <a:ext uri="{FF2B5EF4-FFF2-40B4-BE49-F238E27FC236}">
                <a16:creationId xmlns:a16="http://schemas.microsoft.com/office/drawing/2014/main" id="{8F9A0425-FCA2-472C-9001-8101DD5E208D}"/>
              </a:ext>
            </a:extLst>
          </p:cNvPr>
          <p:cNvPicPr>
            <a:picLocks xmlns:a="http://schemas.openxmlformats.org/drawingml/2006/main" noChangeAspect="1"/>
          </p:cNvPicPr>
          <p:nvPr/>
        </p:nvPicPr>
        <p:blipFill>
          <a:blip xmlns:r="http://schemas.openxmlformats.org/officeDocument/2006/relationships" xmlns:a="http://schemas.openxmlformats.org/drawingml/2006/main" r:embed="Rc645e8f9fdef4d81"/>
          <a:stretch xmlns:a="http://schemas.openxmlformats.org/drawingml/2006/main"/>
        </p:blipFill>
        <p:spPr>
          <a:xfrm xmlns:a="http://schemas.openxmlformats.org/drawingml/2006/main">
            <a:off x="6238875" y="2682473"/>
            <a:ext cx="5191125" cy="2921803"/>
          </a:xfrm>
          <a:prstGeom xmlns:a="http://schemas.openxmlformats.org/drawingml/2006/main" prst="rect">
            <a:avLst/>
          </a:prstGeom>
        </p:spPr>
      </p:pic>
      <p:sp>
        <p:nvSpPr>
          <p:cNvPr id="5" name="body">
            <a:extLst xmlns:a="http://schemas.openxmlformats.org/drawingml/2006/main">
              <a:ext uri="{FF2B5EF4-FFF2-40B4-BE49-F238E27FC236}">
                <a16:creationId xmlns:a16="http://schemas.microsoft.com/office/drawing/2014/main" id="{EAE519F4-B85B-4BE7-A0E7-750251ACFFDB}"/>
              </a:ext>
            </a:extLst>
          </p:cNvPr>
          <p:cNvSpPr>
            <a:spLocks xmlns:a="http://schemas.openxmlformats.org/drawingml/2006/main" noGrp="1"/>
          </p:cNvSpPr>
          <p:nvPr/>
        </p:nvSpPr>
        <p:spPr>
          <a:xfrm xmlns:a="http://schemas.openxmlformats.org/drawingml/2006/main">
            <a:off x="742950" y="24765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Preferensi terstruktur</a:t>
            </a:r>
          </a:p>
        </p:txBody>
      </p:sp>
      <p:sp>
        <p:nvSpPr>
          <p:cNvPr id="6" name="body">
            <a:extLst xmlns:a="http://schemas.openxmlformats.org/drawingml/2006/main">
              <a:ext uri="{FF2B5EF4-FFF2-40B4-BE49-F238E27FC236}">
                <a16:creationId xmlns:a16="http://schemas.microsoft.com/office/drawing/2014/main" id="{F4CA1A40-A03E-4C4A-9897-271375668E52}"/>
              </a:ext>
            </a:extLst>
          </p:cNvPr>
          <p:cNvSpPr>
            <a:spLocks xmlns:a="http://schemas.openxmlformats.org/drawingml/2006/main" noGrp="1"/>
          </p:cNvSpPr>
          <p:nvPr/>
        </p:nvSpPr>
        <p:spPr>
          <a:xfrm xmlns:a="http://schemas.openxmlformats.org/drawingml/2006/main">
            <a:off x="742950" y="293370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Tanggal 1–7 hari, kelompok, budget, minat wajib, kuliner dan transportasi.</a:t>
            </a:r>
          </a:p>
        </p:txBody>
      </p:sp>
      <p:sp>
        <p:nvSpPr>
          <p:cNvPr id="7" name="body">
            <a:extLst xmlns:a="http://schemas.openxmlformats.org/drawingml/2006/main">
              <a:ext uri="{FF2B5EF4-FFF2-40B4-BE49-F238E27FC236}">
                <a16:creationId xmlns:a16="http://schemas.microsoft.com/office/drawing/2014/main" id="{43F07C3A-F4C9-45C6-B5A8-0B758B568606}"/>
              </a:ext>
            </a:extLst>
          </p:cNvPr>
          <p:cNvSpPr>
            <a:spLocks xmlns:a="http://schemas.openxmlformats.org/drawingml/2006/main" noGrp="1"/>
          </p:cNvSpPr>
          <p:nvPr/>
        </p:nvSpPr>
        <p:spPr>
          <a:xfrm xmlns:a="http://schemas.openxmlformats.org/drawingml/2006/main">
            <a:off x="742950" y="39719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Waktu dan makan</a:t>
            </a:r>
          </a:p>
        </p:txBody>
      </p:sp>
      <p:sp>
        <p:nvSpPr>
          <p:cNvPr id="8" name="body">
            <a:extLst xmlns:a="http://schemas.openxmlformats.org/drawingml/2006/main">
              <a:ext uri="{FF2B5EF4-FFF2-40B4-BE49-F238E27FC236}">
                <a16:creationId xmlns:a16="http://schemas.microsoft.com/office/drawing/2014/main" id="{53BCA98F-2F41-4065-AE30-2547C28C2D3B}"/>
              </a:ext>
            </a:extLst>
          </p:cNvPr>
          <p:cNvSpPr>
            <a:spLocks xmlns:a="http://schemas.openxmlformats.org/drawingml/2006/main" noGrp="1"/>
          </p:cNvSpPr>
          <p:nvPr/>
        </p:nvSpPr>
        <p:spPr>
          <a:xfrm xmlns:a="http://schemas.openxmlformats.org/drawingml/2006/main">
            <a:off x="742950" y="4429125"/>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Semua porsi tetap tercatat. Jadwal makan memakai rentang yang dikonfirmasi traveler.</a:t>
            </a:r>
          </a:p>
        </p:txBody>
      </p:sp>
      <p:sp>
        <p:nvSpPr>
          <p:cNvPr id="9" name="body">
            <a:extLst xmlns:a="http://schemas.openxmlformats.org/drawingml/2006/main">
              <a:ext uri="{FF2B5EF4-FFF2-40B4-BE49-F238E27FC236}">
                <a16:creationId xmlns:a16="http://schemas.microsoft.com/office/drawing/2014/main" id="{20716A3E-1DD1-46B1-9CDC-BC4A7F34DBCF}"/>
              </a:ext>
            </a:extLst>
          </p:cNvPr>
          <p:cNvSpPr>
            <a:spLocks xmlns:a="http://schemas.openxmlformats.org/drawingml/2006/main" noGrp="1"/>
          </p:cNvSpPr>
          <p:nvPr/>
        </p:nvSpPr>
        <p:spPr>
          <a:xfrm xmlns:a="http://schemas.openxmlformats.org/drawingml/2006/main">
            <a:off x="742950" y="566737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A34F35"/>
                </a:solidFill>
                <a:latin typeface="Arial"/>
                <a:ea typeface="Arial"/>
                <a:cs typeface="Arial"/>
              </a:defRPr>
            </a:defPPr>
            <a:lvl1pPr>
              <a:defRPr sz="2025" b="1">
                <a:solidFill>
                  <a:srgbClr val="A34F35"/>
                </a:solidFill>
                <a:latin typeface="Arial"/>
                <a:ea typeface="Arial"/>
                <a:cs typeface="Arial"/>
              </a:defRPr>
            </a:lvl1pPr>
            <a:lvl2pPr>
              <a:defRPr sz="2025" b="1">
                <a:solidFill>
                  <a:srgbClr val="A34F35"/>
                </a:solidFill>
                <a:latin typeface="Arial"/>
                <a:ea typeface="Arial"/>
                <a:cs typeface="Arial"/>
              </a:defRPr>
            </a:lvl2pPr>
            <a:lvl3pPr>
              <a:defRPr sz="2025" b="1">
                <a:solidFill>
                  <a:srgbClr val="A34F35"/>
                </a:solidFill>
                <a:latin typeface="Arial"/>
                <a:ea typeface="Arial"/>
                <a:cs typeface="Arial"/>
              </a:defRPr>
            </a:lvl3pPr>
            <a:lvl4pPr>
              <a:defRPr sz="2025" b="1">
                <a:solidFill>
                  <a:srgbClr val="A34F35"/>
                </a:solidFill>
                <a:latin typeface="Arial"/>
                <a:ea typeface="Arial"/>
                <a:cs typeface="Arial"/>
              </a:defRPr>
            </a:lvl4pPr>
            <a:lvl5pPr>
              <a:defRPr sz="2025" b="1">
                <a:solidFill>
                  <a:srgbClr val="A34F35"/>
                </a:solidFill>
                <a:latin typeface="Arial"/>
                <a:ea typeface="Arial"/>
                <a:cs typeface="Arial"/>
              </a:defRPr>
            </a:lvl5pPr>
            <a:lvl6pPr>
              <a:defRPr sz="2025" b="1">
                <a:solidFill>
                  <a:srgbClr val="A34F35"/>
                </a:solidFill>
                <a:latin typeface="Arial"/>
                <a:ea typeface="Arial"/>
                <a:cs typeface="Arial"/>
              </a:defRPr>
            </a:lvl6pPr>
            <a:lvl7pPr>
              <a:defRPr sz="2025" b="1">
                <a:solidFill>
                  <a:srgbClr val="A34F35"/>
                </a:solidFill>
                <a:latin typeface="Arial"/>
                <a:ea typeface="Arial"/>
                <a:cs typeface="Arial"/>
              </a:defRPr>
            </a:lvl7pPr>
            <a:lvl8pPr>
              <a:defRPr sz="2025" b="1">
                <a:solidFill>
                  <a:srgbClr val="A34F35"/>
                </a:solidFill>
                <a:latin typeface="Arial"/>
                <a:ea typeface="Arial"/>
                <a:cs typeface="Arial"/>
              </a:defRPr>
            </a:lvl8pPr>
            <a:lvl9pPr>
              <a:defRPr sz="2025" b="1">
                <a:solidFill>
                  <a:srgbClr val="A34F35"/>
                </a:solidFill>
                <a:latin typeface="Arial"/>
                <a:ea typeface="Arial"/>
                <a:cs typeface="Arial"/>
              </a:defRPr>
            </a:lvl9pPr>
          </a:lstStyle>
          <a:p xmlns:a="http://schemas.openxmlformats.org/drawingml/2006/main">
            <a:pPr>
              <a:defRPr sz="2025" b="1">
                <a:solidFill>
                  <a:srgbClr val="A34F35"/>
                </a:solidFill>
                <a:latin typeface="Arial"/>
                <a:ea typeface="Arial"/>
                <a:cs typeface="Arial"/>
              </a:defRPr>
            </a:pPr>
            <a:r>
              <a:rPr sz="2025" b="1">
                <a:solidFill>
                  <a:srgbClr val="A34F35"/>
                </a:solidFill>
                <a:latin typeface="Arial"/>
                <a:ea typeface="Arial"/>
                <a:cs typeface="Arial"/>
              </a:rPr>
              <a:t>Perubahan terkait perlu konfirmasi ulang</a:t>
            </a:r>
          </a:p>
        </p:txBody>
      </p:sp>
      <p:sp>
        <p:nvSpPr>
          <p:cNvPr id="10" name="body">
            <a:extLst xmlns:a="http://schemas.openxmlformats.org/drawingml/2006/main">
              <a:ext uri="{FF2B5EF4-FFF2-40B4-BE49-F238E27FC236}">
                <a16:creationId xmlns:a16="http://schemas.microsoft.com/office/drawing/2014/main" id="{15FDAA34-FB76-4499-9B48-BCA7A2BFFD51}"/>
              </a:ext>
            </a:extLst>
          </p:cNvPr>
          <p:cNvSpPr>
            <a:spLocks xmlns:a="http://schemas.openxmlformats.org/drawingml/2006/main" noGrp="1"/>
          </p:cNvSpPr>
          <p:nvPr/>
        </p:nvSpPr>
        <p:spPr>
          <a:xfrm xmlns:a="http://schemas.openxmlformats.org/drawingml/2006/main">
            <a:off x="6353175" y="5895975"/>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Capture loopback E1</a:t>
            </a:r>
          </a:p>
        </p:txBody>
      </p:sp>
    </p:spTree>
    <p:extLst>
      <p:ext uri="{BB962C8B-B14F-4D97-AF65-F5344CB8AC3E}">
        <p14:creationId xmlns:p14="http://schemas.microsoft.com/office/powerpoint/2010/main" val="1296984213"/>
      </p:ext>
    </p:extLst>
  </p:cSld>
</p:sld>
</file>

<file path=ppt/slides/slide4.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DFFFF0E-EA75-42EA-BB22-FAC8FA322519}"/>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93C34"/>
                </a:solidFill>
                <a:latin typeface="Arial"/>
                <a:ea typeface="Arial"/>
                <a:cs typeface="Arial"/>
              </a:defRPr>
            </a:defPPr>
            <a:lvl1pPr>
              <a:defRPr sz="3450" b="1">
                <a:solidFill>
                  <a:srgbClr val="193C34"/>
                </a:solidFill>
                <a:latin typeface="Arial"/>
                <a:ea typeface="Arial"/>
                <a:cs typeface="Arial"/>
              </a:defRPr>
            </a:lvl1pPr>
            <a:lvl2pPr>
              <a:defRPr sz="3450" b="1">
                <a:solidFill>
                  <a:srgbClr val="193C34"/>
                </a:solidFill>
                <a:latin typeface="Arial"/>
                <a:ea typeface="Arial"/>
                <a:cs typeface="Arial"/>
              </a:defRPr>
            </a:lvl2pPr>
            <a:lvl3pPr>
              <a:defRPr sz="3450" b="1">
                <a:solidFill>
                  <a:srgbClr val="193C34"/>
                </a:solidFill>
                <a:latin typeface="Arial"/>
                <a:ea typeface="Arial"/>
                <a:cs typeface="Arial"/>
              </a:defRPr>
            </a:lvl3pPr>
            <a:lvl4pPr>
              <a:defRPr sz="3450" b="1">
                <a:solidFill>
                  <a:srgbClr val="193C34"/>
                </a:solidFill>
                <a:latin typeface="Arial"/>
                <a:ea typeface="Arial"/>
                <a:cs typeface="Arial"/>
              </a:defRPr>
            </a:lvl4pPr>
            <a:lvl5pPr>
              <a:defRPr sz="3450" b="1">
                <a:solidFill>
                  <a:srgbClr val="193C34"/>
                </a:solidFill>
                <a:latin typeface="Arial"/>
                <a:ea typeface="Arial"/>
                <a:cs typeface="Arial"/>
              </a:defRPr>
            </a:lvl5pPr>
            <a:lvl6pPr>
              <a:defRPr sz="3450" b="1">
                <a:solidFill>
                  <a:srgbClr val="193C34"/>
                </a:solidFill>
                <a:latin typeface="Arial"/>
                <a:ea typeface="Arial"/>
                <a:cs typeface="Arial"/>
              </a:defRPr>
            </a:lvl6pPr>
            <a:lvl7pPr>
              <a:defRPr sz="3450" b="1">
                <a:solidFill>
                  <a:srgbClr val="193C34"/>
                </a:solidFill>
                <a:latin typeface="Arial"/>
                <a:ea typeface="Arial"/>
                <a:cs typeface="Arial"/>
              </a:defRPr>
            </a:lvl7pPr>
            <a:lvl8pPr>
              <a:defRPr sz="3450" b="1">
                <a:solidFill>
                  <a:srgbClr val="193C34"/>
                </a:solidFill>
                <a:latin typeface="Arial"/>
                <a:ea typeface="Arial"/>
                <a:cs typeface="Arial"/>
              </a:defRPr>
            </a:lvl8pPr>
            <a:lvl9pPr>
              <a:defRPr sz="3450" b="1">
                <a:solidFill>
                  <a:srgbClr val="193C34"/>
                </a:solidFill>
                <a:latin typeface="Arial"/>
                <a:ea typeface="Arial"/>
                <a:cs typeface="Arial"/>
              </a:defRPr>
            </a:lvl9pPr>
          </a:lstStyle>
          <a:p xmlns:a="http://schemas.openxmlformats.org/drawingml/2006/main">
            <a:pPr>
              <a:defRPr sz="3450" b="1">
                <a:solidFill>
                  <a:srgbClr val="193C34"/>
                </a:solidFill>
                <a:latin typeface="Arial"/>
                <a:ea typeface="Arial"/>
                <a:cs typeface="Arial"/>
              </a:defRPr>
            </a:pPr>
            <a:r>
              <a:rPr sz="3450" b="1">
                <a:solidFill>
                  <a:srgbClr val="193C34"/>
                </a:solidFill>
                <a:latin typeface="Arial"/>
                <a:ea typeface="Arial"/>
                <a:cs typeface="Arial"/>
              </a:rPr>
              <a:t>Porsi dan jadwal makan yang eksplisit</a:t>
            </a:r>
          </a:p>
        </p:txBody>
      </p:sp>
      <p:sp>
        <p:nvSpPr>
          <p:cNvPr id="2" name="body">
            <a:extLst xmlns:a="http://schemas.openxmlformats.org/drawingml/2006/main">
              <a:ext uri="{FF2B5EF4-FFF2-40B4-BE49-F238E27FC236}">
                <a16:creationId xmlns:a16="http://schemas.microsoft.com/office/drawing/2014/main" id="{AD1B074C-0511-4675-A5E5-7FE70D04D08C}"/>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Contoh sejarah, dua orang, satu hari. Seluruh angka adalah fixture sintetis.</a:t>
            </a:r>
          </a:p>
        </p:txBody>
      </p:sp>
      <p:sp>
        <p:nvSpPr>
          <p:cNvPr id="3" name="body">
            <a:extLst xmlns:a="http://schemas.openxmlformats.org/drawingml/2006/main">
              <a:ext uri="{FF2B5EF4-FFF2-40B4-BE49-F238E27FC236}">
                <a16:creationId xmlns:a16="http://schemas.microsoft.com/office/drawing/2014/main" id="{4E41F34C-E560-4EF8-BC14-EA32EEC6EB38}"/>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04   Wisata Budaya Planner</a:t>
            </a:r>
          </a:p>
        </p:txBody>
      </p:sp>
      <p:pic>
        <p:nvPicPr>
          <p:cNvPr id="4" name="">
            <a:extLst xmlns:a="http://schemas.openxmlformats.org/drawingml/2006/main">
              <a:ext uri="{FF2B5EF4-FFF2-40B4-BE49-F238E27FC236}">
                <a16:creationId xmlns:a16="http://schemas.microsoft.com/office/drawing/2014/main" id="{4B166BCB-70A0-4F03-9983-7689D01FA38A}"/>
              </a:ext>
            </a:extLst>
          </p:cNvPr>
          <p:cNvPicPr>
            <a:picLocks xmlns:a="http://schemas.openxmlformats.org/drawingml/2006/main" noChangeAspect="1"/>
          </p:cNvPicPr>
          <p:nvPr/>
        </p:nvPicPr>
        <p:blipFill>
          <a:blip xmlns:r="http://schemas.openxmlformats.org/officeDocument/2006/relationships" xmlns:a="http://schemas.openxmlformats.org/drawingml/2006/main" r:embed="Rb84f3f19074f4a3a"/>
          <a:stretch xmlns:a="http://schemas.openxmlformats.org/drawingml/2006/main"/>
        </p:blipFill>
        <p:spPr>
          <a:xfrm xmlns:a="http://schemas.openxmlformats.org/drawingml/2006/main">
            <a:off x="6956141" y="2286000"/>
            <a:ext cx="3756593" cy="3714750"/>
          </a:xfrm>
          <a:prstGeom xmlns:a="http://schemas.openxmlformats.org/drawingml/2006/main" prst="rect">
            <a:avLst/>
          </a:prstGeom>
        </p:spPr>
      </p:pic>
      <p:sp>
        <p:nvSpPr>
          <p:cNvPr id="5" name="body">
            <a:extLst xmlns:a="http://schemas.openxmlformats.org/drawingml/2006/main">
              <a:ext uri="{FF2B5EF4-FFF2-40B4-BE49-F238E27FC236}">
                <a16:creationId xmlns:a16="http://schemas.microsoft.com/office/drawing/2014/main" id="{76EE35B9-EF61-4980-8425-FB3088F03E83}"/>
              </a:ext>
            </a:extLst>
          </p:cNvPr>
          <p:cNvSpPr>
            <a:spLocks xmlns:a="http://schemas.openxmlformats.org/drawingml/2006/main" noGrp="1"/>
          </p:cNvSpPr>
          <p:nvPr/>
        </p:nvSpPr>
        <p:spPr>
          <a:xfrm xmlns:a="http://schemas.openxmlformats.org/drawingml/2006/main">
            <a:off x="742950" y="25717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A34F35"/>
                </a:solidFill>
                <a:latin typeface="Arial"/>
                <a:ea typeface="Arial"/>
                <a:cs typeface="Arial"/>
              </a:defRPr>
            </a:defPPr>
            <a:lvl1pPr>
              <a:defRPr sz="4950" b="1">
                <a:solidFill>
                  <a:srgbClr val="A34F35"/>
                </a:solidFill>
                <a:latin typeface="Arial"/>
                <a:ea typeface="Arial"/>
                <a:cs typeface="Arial"/>
              </a:defRPr>
            </a:lvl1pPr>
            <a:lvl2pPr>
              <a:defRPr sz="4950" b="1">
                <a:solidFill>
                  <a:srgbClr val="A34F35"/>
                </a:solidFill>
                <a:latin typeface="Arial"/>
                <a:ea typeface="Arial"/>
                <a:cs typeface="Arial"/>
              </a:defRPr>
            </a:lvl2pPr>
            <a:lvl3pPr>
              <a:defRPr sz="4950" b="1">
                <a:solidFill>
                  <a:srgbClr val="A34F35"/>
                </a:solidFill>
                <a:latin typeface="Arial"/>
                <a:ea typeface="Arial"/>
                <a:cs typeface="Arial"/>
              </a:defRPr>
            </a:lvl3pPr>
            <a:lvl4pPr>
              <a:defRPr sz="4950" b="1">
                <a:solidFill>
                  <a:srgbClr val="A34F35"/>
                </a:solidFill>
                <a:latin typeface="Arial"/>
                <a:ea typeface="Arial"/>
                <a:cs typeface="Arial"/>
              </a:defRPr>
            </a:lvl4pPr>
            <a:lvl5pPr>
              <a:defRPr sz="4950" b="1">
                <a:solidFill>
                  <a:srgbClr val="A34F35"/>
                </a:solidFill>
                <a:latin typeface="Arial"/>
                <a:ea typeface="Arial"/>
                <a:cs typeface="Arial"/>
              </a:defRPr>
            </a:lvl5pPr>
            <a:lvl6pPr>
              <a:defRPr sz="4950" b="1">
                <a:solidFill>
                  <a:srgbClr val="A34F35"/>
                </a:solidFill>
                <a:latin typeface="Arial"/>
                <a:ea typeface="Arial"/>
                <a:cs typeface="Arial"/>
              </a:defRPr>
            </a:lvl6pPr>
            <a:lvl7pPr>
              <a:defRPr sz="4950" b="1">
                <a:solidFill>
                  <a:srgbClr val="A34F35"/>
                </a:solidFill>
                <a:latin typeface="Arial"/>
                <a:ea typeface="Arial"/>
                <a:cs typeface="Arial"/>
              </a:defRPr>
            </a:lvl7pPr>
            <a:lvl8pPr>
              <a:defRPr sz="4950" b="1">
                <a:solidFill>
                  <a:srgbClr val="A34F35"/>
                </a:solidFill>
                <a:latin typeface="Arial"/>
                <a:ea typeface="Arial"/>
                <a:cs typeface="Arial"/>
              </a:defRPr>
            </a:lvl8pPr>
            <a:lvl9pPr>
              <a:defRPr sz="4950" b="1">
                <a:solidFill>
                  <a:srgbClr val="A34F35"/>
                </a:solidFill>
                <a:latin typeface="Arial"/>
                <a:ea typeface="Arial"/>
                <a:cs typeface="Arial"/>
              </a:defRPr>
            </a:lvl9pPr>
          </a:lstStyle>
          <a:p xmlns:a="http://schemas.openxmlformats.org/drawingml/2006/main">
            <a:pPr>
              <a:defRPr sz="4950" b="1">
                <a:solidFill>
                  <a:srgbClr val="A34F35"/>
                </a:solidFill>
                <a:latin typeface="Arial"/>
                <a:ea typeface="Arial"/>
                <a:cs typeface="Arial"/>
              </a:defRPr>
            </a:pPr>
            <a:r>
              <a:rPr sz="4950" b="1">
                <a:solidFill>
                  <a:srgbClr val="A34F35"/>
                </a:solidFill>
                <a:latin typeface="Arial"/>
                <a:ea typeface="Arial"/>
                <a:cs typeface="Arial"/>
              </a:rPr>
              <a:t>Rp280.500</a:t>
            </a:r>
          </a:p>
        </p:txBody>
      </p:sp>
      <p:sp>
        <p:nvSpPr>
          <p:cNvPr id="6" name="body">
            <a:extLst xmlns:a="http://schemas.openxmlformats.org/drawingml/2006/main">
              <a:ext uri="{FF2B5EF4-FFF2-40B4-BE49-F238E27FC236}">
                <a16:creationId xmlns:a16="http://schemas.microsoft.com/office/drawing/2014/main" id="{FF6C59F3-B866-4811-BEF2-511C16F60DCB}"/>
              </a:ext>
            </a:extLst>
          </p:cNvPr>
          <p:cNvSpPr>
            <a:spLocks xmlns:a="http://schemas.openxmlformats.org/drawingml/2006/main" noGrp="1"/>
          </p:cNvSpPr>
          <p:nvPr/>
        </p:nvSpPr>
        <p:spPr>
          <a:xfrm xmlns:a="http://schemas.openxmlformats.org/drawingml/2006/main">
            <a:off x="762000" y="34575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Total atas, termasuk cadangan 10%</a:t>
            </a:r>
          </a:p>
        </p:txBody>
      </p:sp>
      <p:sp>
        <p:nvSpPr>
          <p:cNvPr id="7" name="body">
            <a:extLst xmlns:a="http://schemas.openxmlformats.org/drawingml/2006/main">
              <a:ext uri="{FF2B5EF4-FFF2-40B4-BE49-F238E27FC236}">
                <a16:creationId xmlns:a16="http://schemas.microsoft.com/office/drawing/2014/main" id="{E4CD6FF6-77EF-4E77-83B7-1550DF951E96}"/>
              </a:ext>
            </a:extLst>
          </p:cNvPr>
          <p:cNvSpPr>
            <a:spLocks xmlns:a="http://schemas.openxmlformats.org/drawingml/2006/main" noGrp="1"/>
          </p:cNvSpPr>
          <p:nvPr/>
        </p:nvSpPr>
        <p:spPr>
          <a:xfrm xmlns:a="http://schemas.openxmlformats.org/drawingml/2006/main">
            <a:off x="762000" y="4238625"/>
            <a:ext cx="4953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93C34"/>
                </a:solidFill>
                <a:latin typeface="Arial"/>
                <a:ea typeface="Arial"/>
                <a:cs typeface="Arial"/>
              </a:defRPr>
            </a:defPPr>
            <a:lvl1pPr>
              <a:defRPr sz="2025" b="0">
                <a:solidFill>
                  <a:srgbClr val="193C34"/>
                </a:solidFill>
                <a:latin typeface="Arial"/>
                <a:ea typeface="Arial"/>
                <a:cs typeface="Arial"/>
              </a:defRPr>
            </a:lvl1pPr>
            <a:lvl2pPr>
              <a:defRPr sz="2025" b="0">
                <a:solidFill>
                  <a:srgbClr val="193C34"/>
                </a:solidFill>
                <a:latin typeface="Arial"/>
                <a:ea typeface="Arial"/>
                <a:cs typeface="Arial"/>
              </a:defRPr>
            </a:lvl2pPr>
            <a:lvl3pPr>
              <a:defRPr sz="2025" b="0">
                <a:solidFill>
                  <a:srgbClr val="193C34"/>
                </a:solidFill>
                <a:latin typeface="Arial"/>
                <a:ea typeface="Arial"/>
                <a:cs typeface="Arial"/>
              </a:defRPr>
            </a:lvl3pPr>
            <a:lvl4pPr>
              <a:defRPr sz="2025" b="0">
                <a:solidFill>
                  <a:srgbClr val="193C34"/>
                </a:solidFill>
                <a:latin typeface="Arial"/>
                <a:ea typeface="Arial"/>
                <a:cs typeface="Arial"/>
              </a:defRPr>
            </a:lvl4pPr>
            <a:lvl5pPr>
              <a:defRPr sz="2025" b="0">
                <a:solidFill>
                  <a:srgbClr val="193C34"/>
                </a:solidFill>
                <a:latin typeface="Arial"/>
                <a:ea typeface="Arial"/>
                <a:cs typeface="Arial"/>
              </a:defRPr>
            </a:lvl5pPr>
            <a:lvl6pPr>
              <a:defRPr sz="2025" b="0">
                <a:solidFill>
                  <a:srgbClr val="193C34"/>
                </a:solidFill>
                <a:latin typeface="Arial"/>
                <a:ea typeface="Arial"/>
                <a:cs typeface="Arial"/>
              </a:defRPr>
            </a:lvl6pPr>
            <a:lvl7pPr>
              <a:defRPr sz="2025" b="0">
                <a:solidFill>
                  <a:srgbClr val="193C34"/>
                </a:solidFill>
                <a:latin typeface="Arial"/>
                <a:ea typeface="Arial"/>
                <a:cs typeface="Arial"/>
              </a:defRPr>
            </a:lvl7pPr>
            <a:lvl8pPr>
              <a:defRPr sz="2025" b="0">
                <a:solidFill>
                  <a:srgbClr val="193C34"/>
                </a:solidFill>
                <a:latin typeface="Arial"/>
                <a:ea typeface="Arial"/>
                <a:cs typeface="Arial"/>
              </a:defRPr>
            </a:lvl8pPr>
            <a:lvl9pPr>
              <a:defRPr sz="2025" b="0">
                <a:solidFill>
                  <a:srgbClr val="193C34"/>
                </a:solidFill>
                <a:latin typeface="Arial"/>
                <a:ea typeface="Arial"/>
                <a:cs typeface="Arial"/>
              </a:defRPr>
            </a:lvl9pPr>
          </a:lstStyle>
          <a:p xmlns:a="http://schemas.openxmlformats.org/drawingml/2006/main">
            <a:pPr>
              <a:defRPr sz="2025" b="0">
                <a:solidFill>
                  <a:srgbClr val="193C34"/>
                </a:solidFill>
                <a:latin typeface="Arial"/>
                <a:ea typeface="Arial"/>
                <a:cs typeface="Arial"/>
              </a:defRPr>
            </a:pPr>
            <a:r>
              <a:rPr sz="2025" b="0">
                <a:solidFill>
                  <a:srgbClr val="193C34"/>
                </a:solidFill>
                <a:latin typeface="Arial"/>
                <a:ea typeface="Arial"/>
                <a:cs typeface="Arial"/>
              </a:rPr>
              <a:t>Makan siang 12:00–12:30</a:t>
            </a:r>
          </a:p>
          <a:p xmlns:a="http://schemas.openxmlformats.org/drawingml/2006/main">
            <a:pPr>
              <a:defRPr sz="2025" b="0">
                <a:solidFill>
                  <a:srgbClr val="193C34"/>
                </a:solidFill>
                <a:latin typeface="Arial"/>
                <a:ea typeface="Arial"/>
                <a:cs typeface="Arial"/>
              </a:defRPr>
            </a:pPr>
            <a:r>
              <a:rPr sz="2025" b="0">
                <a:solidFill>
                  <a:srgbClr val="193C34"/>
                </a:solidFill>
                <a:latin typeface="Arial"/>
                <a:ea typeface="Arial"/>
                <a:cs typeface="Arial"/>
              </a:rPr>
              <a:t>Dua porsi, layanan sintetis</a:t>
            </a:r>
          </a:p>
          <a:p xmlns:a="http://schemas.openxmlformats.org/drawingml/2006/main">
            <a:pPr>
              <a:defRPr sz="2025" b="0">
                <a:solidFill>
                  <a:srgbClr val="193C34"/>
                </a:solidFill>
                <a:latin typeface="Arial"/>
                <a:ea typeface="Arial"/>
                <a:cs typeface="Arial"/>
              </a:defRPr>
            </a:pPr>
            <a:r>
              <a:rPr sz="2025" b="0">
                <a:solidFill>
                  <a:srgbClr val="193C34"/>
                </a:solidFill>
                <a:latin typeface="Arial"/>
                <a:ea typeface="Arial"/>
                <a:cs typeface="Arial"/>
              </a:rPr>
              <a:t>Makan malam tetap berbiaya</a:t>
            </a:r>
          </a:p>
          <a:p xmlns:a="http://schemas.openxmlformats.org/drawingml/2006/main">
            <a:pPr>
              <a:defRPr sz="2025" b="0">
                <a:solidFill>
                  <a:srgbClr val="193C34"/>
                </a:solidFill>
                <a:latin typeface="Arial"/>
                <a:ea typeface="Arial"/>
                <a:cs typeface="Arial"/>
              </a:defRPr>
            </a:pPr>
            <a:r>
              <a:rPr sz="2025" b="0">
                <a:solidFill>
                  <a:srgbClr val="193C34"/>
                </a:solidFill>
                <a:latin typeface="Arial"/>
                <a:ea typeface="Arial"/>
                <a:cs typeface="Arial"/>
              </a:rPr>
              <a:t>Waktu/tempatnya belum ditetapkan</a:t>
            </a:r>
          </a:p>
        </p:txBody>
      </p:sp>
      <p:sp>
        <p:nvSpPr>
          <p:cNvPr id="8" name="body">
            <a:extLst xmlns:a="http://schemas.openxmlformats.org/drawingml/2006/main">
              <a:ext uri="{FF2B5EF4-FFF2-40B4-BE49-F238E27FC236}">
                <a16:creationId xmlns:a16="http://schemas.microsoft.com/office/drawing/2014/main" id="{6BEB5427-AAC2-49FF-8364-F5C04BA4A0D9}"/>
              </a:ext>
            </a:extLst>
          </p:cNvPr>
          <p:cNvSpPr>
            <a:spLocks xmlns:a="http://schemas.openxmlformats.org/drawingml/2006/main" noGrp="1"/>
          </p:cNvSpPr>
          <p:nvPr/>
        </p:nvSpPr>
        <p:spPr>
          <a:xfrm xmlns:a="http://schemas.openxmlformats.org/drawingml/2006/main">
            <a:off x="6334125" y="608647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Capture loopback E2</a:t>
            </a:r>
          </a:p>
        </p:txBody>
      </p:sp>
    </p:spTree>
    <p:extLst>
      <p:ext uri="{BB962C8B-B14F-4D97-AF65-F5344CB8AC3E}">
        <p14:creationId xmlns:p14="http://schemas.microsoft.com/office/powerpoint/2010/main" val="1311265433"/>
      </p:ext>
    </p:extLst>
  </p:cSld>
</p:sld>
</file>

<file path=ppt/slides/slide5.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730A726E-1C01-491D-B8E2-8B700B7292AC}"/>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3E9"/>
                </a:solidFill>
                <a:latin typeface="Arial"/>
                <a:ea typeface="Arial"/>
                <a:cs typeface="Arial"/>
              </a:defRPr>
            </a:defPPr>
            <a:lvl1pPr>
              <a:defRPr sz="3450" b="1">
                <a:solidFill>
                  <a:srgbClr val="F7F3E9"/>
                </a:solidFill>
                <a:latin typeface="Arial"/>
                <a:ea typeface="Arial"/>
                <a:cs typeface="Arial"/>
              </a:defRPr>
            </a:lvl1pPr>
            <a:lvl2pPr>
              <a:defRPr sz="3450" b="1">
                <a:solidFill>
                  <a:srgbClr val="F7F3E9"/>
                </a:solidFill>
                <a:latin typeface="Arial"/>
                <a:ea typeface="Arial"/>
                <a:cs typeface="Arial"/>
              </a:defRPr>
            </a:lvl2pPr>
            <a:lvl3pPr>
              <a:defRPr sz="3450" b="1">
                <a:solidFill>
                  <a:srgbClr val="F7F3E9"/>
                </a:solidFill>
                <a:latin typeface="Arial"/>
                <a:ea typeface="Arial"/>
                <a:cs typeface="Arial"/>
              </a:defRPr>
            </a:lvl3pPr>
            <a:lvl4pPr>
              <a:defRPr sz="3450" b="1">
                <a:solidFill>
                  <a:srgbClr val="F7F3E9"/>
                </a:solidFill>
                <a:latin typeface="Arial"/>
                <a:ea typeface="Arial"/>
                <a:cs typeface="Arial"/>
              </a:defRPr>
            </a:lvl4pPr>
            <a:lvl5pPr>
              <a:defRPr sz="3450" b="1">
                <a:solidFill>
                  <a:srgbClr val="F7F3E9"/>
                </a:solidFill>
                <a:latin typeface="Arial"/>
                <a:ea typeface="Arial"/>
                <a:cs typeface="Arial"/>
              </a:defRPr>
            </a:lvl5pPr>
            <a:lvl6pPr>
              <a:defRPr sz="3450" b="1">
                <a:solidFill>
                  <a:srgbClr val="F7F3E9"/>
                </a:solidFill>
                <a:latin typeface="Arial"/>
                <a:ea typeface="Arial"/>
                <a:cs typeface="Arial"/>
              </a:defRPr>
            </a:lvl6pPr>
            <a:lvl7pPr>
              <a:defRPr sz="3450" b="1">
                <a:solidFill>
                  <a:srgbClr val="F7F3E9"/>
                </a:solidFill>
                <a:latin typeface="Arial"/>
                <a:ea typeface="Arial"/>
                <a:cs typeface="Arial"/>
              </a:defRPr>
            </a:lvl7pPr>
            <a:lvl8pPr>
              <a:defRPr sz="3450" b="1">
                <a:solidFill>
                  <a:srgbClr val="F7F3E9"/>
                </a:solidFill>
                <a:latin typeface="Arial"/>
                <a:ea typeface="Arial"/>
                <a:cs typeface="Arial"/>
              </a:defRPr>
            </a:lvl8pPr>
            <a:lvl9pPr>
              <a:defRPr sz="3450" b="1">
                <a:solidFill>
                  <a:srgbClr val="F7F3E9"/>
                </a:solidFill>
                <a:latin typeface="Arial"/>
                <a:ea typeface="Arial"/>
                <a:cs typeface="Arial"/>
              </a:defRPr>
            </a:lvl9pPr>
          </a:lstStyle>
          <a:p xmlns:a="http://schemas.openxmlformats.org/drawingml/2006/main">
            <a:pPr>
              <a:defRPr sz="3450" b="1">
                <a:solidFill>
                  <a:srgbClr val="F7F3E9"/>
                </a:solidFill>
                <a:latin typeface="Arial"/>
                <a:ea typeface="Arial"/>
                <a:cs typeface="Arial"/>
              </a:defRPr>
            </a:pPr>
            <a:r>
              <a:rPr sz="3450" b="1">
                <a:solidFill>
                  <a:srgbClr val="F7F3E9"/>
                </a:solidFill>
                <a:latin typeface="Arial"/>
                <a:ea typeface="Arial"/>
                <a:cs typeface="Arial"/>
              </a:rPr>
              <a:t>Batas kewenangan rekomendasi</a:t>
            </a:r>
          </a:p>
        </p:txBody>
      </p:sp>
      <p:sp>
        <p:nvSpPr>
          <p:cNvPr id="2" name="body">
            <a:extLst xmlns:a="http://schemas.openxmlformats.org/drawingml/2006/main">
              <a:ext uri="{FF2B5EF4-FFF2-40B4-BE49-F238E27FC236}">
                <a16:creationId xmlns:a16="http://schemas.microsoft.com/office/drawing/2014/main" id="{4F8B5583-8556-4059-95C5-229210C28C20}"/>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E6DB"/>
                </a:solidFill>
                <a:latin typeface="Arial"/>
                <a:ea typeface="Arial"/>
                <a:cs typeface="Arial"/>
              </a:defRPr>
            </a:defPPr>
            <a:lvl1pPr>
              <a:defRPr sz="1875" b="0">
                <a:solidFill>
                  <a:srgbClr val="D8E6DB"/>
                </a:solidFill>
                <a:latin typeface="Arial"/>
                <a:ea typeface="Arial"/>
                <a:cs typeface="Arial"/>
              </a:defRPr>
            </a:lvl1pPr>
            <a:lvl2pPr>
              <a:defRPr sz="1875" b="0">
                <a:solidFill>
                  <a:srgbClr val="D8E6DB"/>
                </a:solidFill>
                <a:latin typeface="Arial"/>
                <a:ea typeface="Arial"/>
                <a:cs typeface="Arial"/>
              </a:defRPr>
            </a:lvl2pPr>
            <a:lvl3pPr>
              <a:defRPr sz="1875" b="0">
                <a:solidFill>
                  <a:srgbClr val="D8E6DB"/>
                </a:solidFill>
                <a:latin typeface="Arial"/>
                <a:ea typeface="Arial"/>
                <a:cs typeface="Arial"/>
              </a:defRPr>
            </a:lvl3pPr>
            <a:lvl4pPr>
              <a:defRPr sz="1875" b="0">
                <a:solidFill>
                  <a:srgbClr val="D8E6DB"/>
                </a:solidFill>
                <a:latin typeface="Arial"/>
                <a:ea typeface="Arial"/>
                <a:cs typeface="Arial"/>
              </a:defRPr>
            </a:lvl4pPr>
            <a:lvl5pPr>
              <a:defRPr sz="1875" b="0">
                <a:solidFill>
                  <a:srgbClr val="D8E6DB"/>
                </a:solidFill>
                <a:latin typeface="Arial"/>
                <a:ea typeface="Arial"/>
                <a:cs typeface="Arial"/>
              </a:defRPr>
            </a:lvl5pPr>
            <a:lvl6pPr>
              <a:defRPr sz="1875" b="0">
                <a:solidFill>
                  <a:srgbClr val="D8E6DB"/>
                </a:solidFill>
                <a:latin typeface="Arial"/>
                <a:ea typeface="Arial"/>
                <a:cs typeface="Arial"/>
              </a:defRPr>
            </a:lvl6pPr>
            <a:lvl7pPr>
              <a:defRPr sz="1875" b="0">
                <a:solidFill>
                  <a:srgbClr val="D8E6DB"/>
                </a:solidFill>
                <a:latin typeface="Arial"/>
                <a:ea typeface="Arial"/>
                <a:cs typeface="Arial"/>
              </a:defRPr>
            </a:lvl7pPr>
            <a:lvl8pPr>
              <a:defRPr sz="1875" b="0">
                <a:solidFill>
                  <a:srgbClr val="D8E6DB"/>
                </a:solidFill>
                <a:latin typeface="Arial"/>
                <a:ea typeface="Arial"/>
                <a:cs typeface="Arial"/>
              </a:defRPr>
            </a:lvl8pPr>
            <a:lvl9pPr>
              <a:defRPr sz="1875" b="0">
                <a:solidFill>
                  <a:srgbClr val="D8E6DB"/>
                </a:solidFill>
                <a:latin typeface="Arial"/>
                <a:ea typeface="Arial"/>
                <a:cs typeface="Arial"/>
              </a:defRPr>
            </a:lvl9pPr>
          </a:lstStyle>
          <a:p xmlns:a="http://schemas.openxmlformats.org/drawingml/2006/main">
            <a:pPr>
              <a:defRPr sz="1875" b="0">
                <a:solidFill>
                  <a:srgbClr val="D8E6DB"/>
                </a:solidFill>
                <a:latin typeface="Arial"/>
                <a:ea typeface="Arial"/>
                <a:cs typeface="Arial"/>
              </a:defRPr>
            </a:pPr>
            <a:r>
              <a:rPr sz="1875" b="0">
                <a:solidFill>
                  <a:srgbClr val="D8E6DB"/>
                </a:solidFill>
                <a:latin typeface="Arial"/>
                <a:ea typeface="Arial"/>
                <a:cs typeface="Arial"/>
              </a:rPr>
              <a:t>Personalisasi bekerja di dalam kandidat dan bukti yang telah disaring</a:t>
            </a:r>
          </a:p>
        </p:txBody>
      </p:sp>
      <p:sp>
        <p:nvSpPr>
          <p:cNvPr id="3" name="body">
            <a:extLst xmlns:a="http://schemas.openxmlformats.org/drawingml/2006/main">
              <a:ext uri="{FF2B5EF4-FFF2-40B4-BE49-F238E27FC236}">
                <a16:creationId xmlns:a16="http://schemas.microsoft.com/office/drawing/2014/main" id="{F8842820-6D02-46B0-8E48-A1135D66541E}"/>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3DDCF"/>
                </a:solidFill>
                <a:latin typeface="Arial"/>
                <a:ea typeface="Arial"/>
                <a:cs typeface="Arial"/>
              </a:defRPr>
            </a:defPPr>
            <a:lvl1pPr>
              <a:defRPr sz="1275" b="0">
                <a:solidFill>
                  <a:srgbClr val="D3DDCF"/>
                </a:solidFill>
                <a:latin typeface="Arial"/>
                <a:ea typeface="Arial"/>
                <a:cs typeface="Arial"/>
              </a:defRPr>
            </a:lvl1pPr>
            <a:lvl2pPr>
              <a:defRPr sz="1275" b="0">
                <a:solidFill>
                  <a:srgbClr val="D3DDCF"/>
                </a:solidFill>
                <a:latin typeface="Arial"/>
                <a:ea typeface="Arial"/>
                <a:cs typeface="Arial"/>
              </a:defRPr>
            </a:lvl2pPr>
            <a:lvl3pPr>
              <a:defRPr sz="1275" b="0">
                <a:solidFill>
                  <a:srgbClr val="D3DDCF"/>
                </a:solidFill>
                <a:latin typeface="Arial"/>
                <a:ea typeface="Arial"/>
                <a:cs typeface="Arial"/>
              </a:defRPr>
            </a:lvl3pPr>
            <a:lvl4pPr>
              <a:defRPr sz="1275" b="0">
                <a:solidFill>
                  <a:srgbClr val="D3DDCF"/>
                </a:solidFill>
                <a:latin typeface="Arial"/>
                <a:ea typeface="Arial"/>
                <a:cs typeface="Arial"/>
              </a:defRPr>
            </a:lvl4pPr>
            <a:lvl5pPr>
              <a:defRPr sz="1275" b="0">
                <a:solidFill>
                  <a:srgbClr val="D3DDCF"/>
                </a:solidFill>
                <a:latin typeface="Arial"/>
                <a:ea typeface="Arial"/>
                <a:cs typeface="Arial"/>
              </a:defRPr>
            </a:lvl5pPr>
            <a:lvl6pPr>
              <a:defRPr sz="1275" b="0">
                <a:solidFill>
                  <a:srgbClr val="D3DDCF"/>
                </a:solidFill>
                <a:latin typeface="Arial"/>
                <a:ea typeface="Arial"/>
                <a:cs typeface="Arial"/>
              </a:defRPr>
            </a:lvl6pPr>
            <a:lvl7pPr>
              <a:defRPr sz="1275" b="0">
                <a:solidFill>
                  <a:srgbClr val="D3DDCF"/>
                </a:solidFill>
                <a:latin typeface="Arial"/>
                <a:ea typeface="Arial"/>
                <a:cs typeface="Arial"/>
              </a:defRPr>
            </a:lvl7pPr>
            <a:lvl8pPr>
              <a:defRPr sz="1275" b="0">
                <a:solidFill>
                  <a:srgbClr val="D3DDCF"/>
                </a:solidFill>
                <a:latin typeface="Arial"/>
                <a:ea typeface="Arial"/>
                <a:cs typeface="Arial"/>
              </a:defRPr>
            </a:lvl8pPr>
            <a:lvl9pPr>
              <a:defRPr sz="1275" b="0">
                <a:solidFill>
                  <a:srgbClr val="D3DDCF"/>
                </a:solidFill>
                <a:latin typeface="Arial"/>
                <a:ea typeface="Arial"/>
                <a:cs typeface="Arial"/>
              </a:defRPr>
            </a:lvl9pPr>
          </a:lstStyle>
          <a:p xmlns:a="http://schemas.openxmlformats.org/drawingml/2006/main">
            <a:pPr>
              <a:defRPr sz="1275" b="0">
                <a:solidFill>
                  <a:srgbClr val="D3DDCF"/>
                </a:solidFill>
                <a:latin typeface="Arial"/>
                <a:ea typeface="Arial"/>
                <a:cs typeface="Arial"/>
              </a:defRPr>
            </a:pPr>
            <a:r>
              <a:rPr sz="1275" b="0">
                <a:solidFill>
                  <a:srgbClr val="D3DDCF"/>
                </a:solidFill>
                <a:latin typeface="Arial"/>
                <a:ea typeface="Arial"/>
                <a:cs typeface="Arial"/>
              </a:rPr>
              <a:t>05   Wisata Budaya Planner</a:t>
            </a:r>
          </a:p>
        </p:txBody>
      </p:sp>
      <p:sp>
        <p:nvSpPr>
          <p:cNvPr id="4" name="body">
            <a:extLst xmlns:a="http://schemas.openxmlformats.org/drawingml/2006/main">
              <a:ext uri="{FF2B5EF4-FFF2-40B4-BE49-F238E27FC236}">
                <a16:creationId xmlns:a16="http://schemas.microsoft.com/office/drawing/2014/main" id="{BBF6EAE3-C4BD-4BA8-916A-F2CD8A1CCE12}"/>
              </a:ext>
            </a:extLst>
          </p:cNvPr>
          <p:cNvSpPr>
            <a:spLocks xmlns:a="http://schemas.openxmlformats.org/drawingml/2006/main" noGrp="1"/>
          </p:cNvSpPr>
          <p:nvPr/>
        </p:nvSpPr>
        <p:spPr>
          <a:xfrm xmlns:a="http://schemas.openxmlformats.org/drawingml/2006/main">
            <a:off x="742950" y="24574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7F3E9"/>
                </a:solidFill>
                <a:latin typeface="Arial"/>
                <a:ea typeface="Arial"/>
                <a:cs typeface="Arial"/>
              </a:defRPr>
            </a:defPPr>
            <a:lvl1pPr>
              <a:defRPr sz="2175" b="1">
                <a:solidFill>
                  <a:srgbClr val="F7F3E9"/>
                </a:solidFill>
                <a:latin typeface="Arial"/>
                <a:ea typeface="Arial"/>
                <a:cs typeface="Arial"/>
              </a:defRPr>
            </a:lvl1pPr>
            <a:lvl2pPr>
              <a:defRPr sz="2175" b="1">
                <a:solidFill>
                  <a:srgbClr val="F7F3E9"/>
                </a:solidFill>
                <a:latin typeface="Arial"/>
                <a:ea typeface="Arial"/>
                <a:cs typeface="Arial"/>
              </a:defRPr>
            </a:lvl2pPr>
            <a:lvl3pPr>
              <a:defRPr sz="2175" b="1">
                <a:solidFill>
                  <a:srgbClr val="F7F3E9"/>
                </a:solidFill>
                <a:latin typeface="Arial"/>
                <a:ea typeface="Arial"/>
                <a:cs typeface="Arial"/>
              </a:defRPr>
            </a:lvl3pPr>
            <a:lvl4pPr>
              <a:defRPr sz="2175" b="1">
                <a:solidFill>
                  <a:srgbClr val="F7F3E9"/>
                </a:solidFill>
                <a:latin typeface="Arial"/>
                <a:ea typeface="Arial"/>
                <a:cs typeface="Arial"/>
              </a:defRPr>
            </a:lvl4pPr>
            <a:lvl5pPr>
              <a:defRPr sz="2175" b="1">
                <a:solidFill>
                  <a:srgbClr val="F7F3E9"/>
                </a:solidFill>
                <a:latin typeface="Arial"/>
                <a:ea typeface="Arial"/>
                <a:cs typeface="Arial"/>
              </a:defRPr>
            </a:lvl5pPr>
            <a:lvl6pPr>
              <a:defRPr sz="2175" b="1">
                <a:solidFill>
                  <a:srgbClr val="F7F3E9"/>
                </a:solidFill>
                <a:latin typeface="Arial"/>
                <a:ea typeface="Arial"/>
                <a:cs typeface="Arial"/>
              </a:defRPr>
            </a:lvl6pPr>
            <a:lvl7pPr>
              <a:defRPr sz="2175" b="1">
                <a:solidFill>
                  <a:srgbClr val="F7F3E9"/>
                </a:solidFill>
                <a:latin typeface="Arial"/>
                <a:ea typeface="Arial"/>
                <a:cs typeface="Arial"/>
              </a:defRPr>
            </a:lvl7pPr>
            <a:lvl8pPr>
              <a:defRPr sz="2175" b="1">
                <a:solidFill>
                  <a:srgbClr val="F7F3E9"/>
                </a:solidFill>
                <a:latin typeface="Arial"/>
                <a:ea typeface="Arial"/>
                <a:cs typeface="Arial"/>
              </a:defRPr>
            </a:lvl8pPr>
            <a:lvl9pPr>
              <a:defRPr sz="2175" b="1">
                <a:solidFill>
                  <a:srgbClr val="F7F3E9"/>
                </a:solidFill>
                <a:latin typeface="Arial"/>
                <a:ea typeface="Arial"/>
                <a:cs typeface="Arial"/>
              </a:defRPr>
            </a:lvl9pPr>
          </a:lstStyle>
          <a:p xmlns:a="http://schemas.openxmlformats.org/drawingml/2006/main">
            <a:pPr>
              <a:defRPr sz="2175" b="1">
                <a:solidFill>
                  <a:srgbClr val="F7F3E9"/>
                </a:solidFill>
                <a:latin typeface="Arial"/>
                <a:ea typeface="Arial"/>
                <a:cs typeface="Arial"/>
              </a:defRPr>
            </a:pPr>
            <a:r>
              <a:rPr sz="2175" b="1">
                <a:solidFill>
                  <a:srgbClr val="F7F3E9"/>
                </a:solidFill>
                <a:latin typeface="Arial"/>
                <a:ea typeface="Arial"/>
                <a:cs typeface="Arial"/>
              </a:rPr>
              <a:t>01  Filter deterministik</a:t>
            </a:r>
          </a:p>
        </p:txBody>
      </p:sp>
      <p:sp>
        <p:nvSpPr>
          <p:cNvPr id="5" name="body">
            <a:extLst xmlns:a="http://schemas.openxmlformats.org/drawingml/2006/main">
              <a:ext uri="{FF2B5EF4-FFF2-40B4-BE49-F238E27FC236}">
                <a16:creationId xmlns:a16="http://schemas.microsoft.com/office/drawing/2014/main" id="{254CD20E-3D0D-447C-81AD-22A050CAFE90}"/>
              </a:ext>
            </a:extLst>
          </p:cNvPr>
          <p:cNvSpPr>
            <a:spLocks xmlns:a="http://schemas.openxmlformats.org/drawingml/2006/main" noGrp="1"/>
          </p:cNvSpPr>
          <p:nvPr/>
        </p:nvSpPr>
        <p:spPr>
          <a:xfrm xmlns:a="http://schemas.openxmlformats.org/drawingml/2006/main">
            <a:off x="742950" y="2914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6E2D6"/>
                </a:solidFill>
                <a:latin typeface="Arial"/>
                <a:ea typeface="Arial"/>
                <a:cs typeface="Arial"/>
              </a:defRPr>
            </a:defPPr>
            <a:lvl1pPr>
              <a:defRPr sz="1875" b="0">
                <a:solidFill>
                  <a:srgbClr val="D6E2D6"/>
                </a:solidFill>
                <a:latin typeface="Arial"/>
                <a:ea typeface="Arial"/>
                <a:cs typeface="Arial"/>
              </a:defRPr>
            </a:lvl1pPr>
            <a:lvl2pPr>
              <a:defRPr sz="1875" b="0">
                <a:solidFill>
                  <a:srgbClr val="D6E2D6"/>
                </a:solidFill>
                <a:latin typeface="Arial"/>
                <a:ea typeface="Arial"/>
                <a:cs typeface="Arial"/>
              </a:defRPr>
            </a:lvl2pPr>
            <a:lvl3pPr>
              <a:defRPr sz="1875" b="0">
                <a:solidFill>
                  <a:srgbClr val="D6E2D6"/>
                </a:solidFill>
                <a:latin typeface="Arial"/>
                <a:ea typeface="Arial"/>
                <a:cs typeface="Arial"/>
              </a:defRPr>
            </a:lvl3pPr>
            <a:lvl4pPr>
              <a:defRPr sz="1875" b="0">
                <a:solidFill>
                  <a:srgbClr val="D6E2D6"/>
                </a:solidFill>
                <a:latin typeface="Arial"/>
                <a:ea typeface="Arial"/>
                <a:cs typeface="Arial"/>
              </a:defRPr>
            </a:lvl4pPr>
            <a:lvl5pPr>
              <a:defRPr sz="1875" b="0">
                <a:solidFill>
                  <a:srgbClr val="D6E2D6"/>
                </a:solidFill>
                <a:latin typeface="Arial"/>
                <a:ea typeface="Arial"/>
                <a:cs typeface="Arial"/>
              </a:defRPr>
            </a:lvl5pPr>
            <a:lvl6pPr>
              <a:defRPr sz="1875" b="0">
                <a:solidFill>
                  <a:srgbClr val="D6E2D6"/>
                </a:solidFill>
                <a:latin typeface="Arial"/>
                <a:ea typeface="Arial"/>
                <a:cs typeface="Arial"/>
              </a:defRPr>
            </a:lvl6pPr>
            <a:lvl7pPr>
              <a:defRPr sz="1875" b="0">
                <a:solidFill>
                  <a:srgbClr val="D6E2D6"/>
                </a:solidFill>
                <a:latin typeface="Arial"/>
                <a:ea typeface="Arial"/>
                <a:cs typeface="Arial"/>
              </a:defRPr>
            </a:lvl7pPr>
            <a:lvl8pPr>
              <a:defRPr sz="1875" b="0">
                <a:solidFill>
                  <a:srgbClr val="D6E2D6"/>
                </a:solidFill>
                <a:latin typeface="Arial"/>
                <a:ea typeface="Arial"/>
                <a:cs typeface="Arial"/>
              </a:defRPr>
            </a:lvl8pPr>
            <a:lvl9pPr>
              <a:defRPr sz="1875" b="0">
                <a:solidFill>
                  <a:srgbClr val="D6E2D6"/>
                </a:solidFill>
                <a:latin typeface="Arial"/>
                <a:ea typeface="Arial"/>
                <a:cs typeface="Arial"/>
              </a:defRPr>
            </a:lvl9pPr>
          </a:lstStyle>
          <a:p xmlns:a="http://schemas.openxmlformats.org/drawingml/2006/main">
            <a:pPr>
              <a:defRPr sz="1875" b="0">
                <a:solidFill>
                  <a:srgbClr val="D6E2D6"/>
                </a:solidFill>
                <a:latin typeface="Arial"/>
                <a:ea typeface="Arial"/>
                <a:cs typeface="Arial"/>
              </a:defRPr>
            </a:pPr>
            <a:r>
              <a:rPr sz="1875" b="0">
                <a:solidFill>
                  <a:srgbClr val="D6E2D6"/>
                </a:solidFill>
                <a:latin typeface="Arial"/>
                <a:ea typeface="Arial"/>
                <a:cs typeface="Arial"/>
              </a:rPr>
              <a:t>Validasi preferensi, kota, bukti terkini dan syarat keras sebelum ranking.</a:t>
            </a:r>
          </a:p>
        </p:txBody>
      </p:sp>
      <p:sp>
        <p:nvSpPr>
          <p:cNvPr id="6" name="body">
            <a:extLst xmlns:a="http://schemas.openxmlformats.org/drawingml/2006/main">
              <a:ext uri="{FF2B5EF4-FFF2-40B4-BE49-F238E27FC236}">
                <a16:creationId xmlns:a16="http://schemas.microsoft.com/office/drawing/2014/main" id="{AD620CA6-940D-4672-BFF8-5A86D85C8A60}"/>
              </a:ext>
            </a:extLst>
          </p:cNvPr>
          <p:cNvSpPr>
            <a:spLocks xmlns:a="http://schemas.openxmlformats.org/drawingml/2006/main" noGrp="1"/>
          </p:cNvSpPr>
          <p:nvPr/>
        </p:nvSpPr>
        <p:spPr>
          <a:xfrm xmlns:a="http://schemas.openxmlformats.org/drawingml/2006/main">
            <a:off x="742950" y="3714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7F3E9"/>
                </a:solidFill>
                <a:latin typeface="Arial"/>
                <a:ea typeface="Arial"/>
                <a:cs typeface="Arial"/>
              </a:defRPr>
            </a:defPPr>
            <a:lvl1pPr>
              <a:defRPr sz="2175" b="1">
                <a:solidFill>
                  <a:srgbClr val="F7F3E9"/>
                </a:solidFill>
                <a:latin typeface="Arial"/>
                <a:ea typeface="Arial"/>
                <a:cs typeface="Arial"/>
              </a:defRPr>
            </a:lvl1pPr>
            <a:lvl2pPr>
              <a:defRPr sz="2175" b="1">
                <a:solidFill>
                  <a:srgbClr val="F7F3E9"/>
                </a:solidFill>
                <a:latin typeface="Arial"/>
                <a:ea typeface="Arial"/>
                <a:cs typeface="Arial"/>
              </a:defRPr>
            </a:lvl2pPr>
            <a:lvl3pPr>
              <a:defRPr sz="2175" b="1">
                <a:solidFill>
                  <a:srgbClr val="F7F3E9"/>
                </a:solidFill>
                <a:latin typeface="Arial"/>
                <a:ea typeface="Arial"/>
                <a:cs typeface="Arial"/>
              </a:defRPr>
            </a:lvl3pPr>
            <a:lvl4pPr>
              <a:defRPr sz="2175" b="1">
                <a:solidFill>
                  <a:srgbClr val="F7F3E9"/>
                </a:solidFill>
                <a:latin typeface="Arial"/>
                <a:ea typeface="Arial"/>
                <a:cs typeface="Arial"/>
              </a:defRPr>
            </a:lvl4pPr>
            <a:lvl5pPr>
              <a:defRPr sz="2175" b="1">
                <a:solidFill>
                  <a:srgbClr val="F7F3E9"/>
                </a:solidFill>
                <a:latin typeface="Arial"/>
                <a:ea typeface="Arial"/>
                <a:cs typeface="Arial"/>
              </a:defRPr>
            </a:lvl5pPr>
            <a:lvl6pPr>
              <a:defRPr sz="2175" b="1">
                <a:solidFill>
                  <a:srgbClr val="F7F3E9"/>
                </a:solidFill>
                <a:latin typeface="Arial"/>
                <a:ea typeface="Arial"/>
                <a:cs typeface="Arial"/>
              </a:defRPr>
            </a:lvl6pPr>
            <a:lvl7pPr>
              <a:defRPr sz="2175" b="1">
                <a:solidFill>
                  <a:srgbClr val="F7F3E9"/>
                </a:solidFill>
                <a:latin typeface="Arial"/>
                <a:ea typeface="Arial"/>
                <a:cs typeface="Arial"/>
              </a:defRPr>
            </a:lvl7pPr>
            <a:lvl8pPr>
              <a:defRPr sz="2175" b="1">
                <a:solidFill>
                  <a:srgbClr val="F7F3E9"/>
                </a:solidFill>
                <a:latin typeface="Arial"/>
                <a:ea typeface="Arial"/>
                <a:cs typeface="Arial"/>
              </a:defRPr>
            </a:lvl8pPr>
            <a:lvl9pPr>
              <a:defRPr sz="2175" b="1">
                <a:solidFill>
                  <a:srgbClr val="F7F3E9"/>
                </a:solidFill>
                <a:latin typeface="Arial"/>
                <a:ea typeface="Arial"/>
                <a:cs typeface="Arial"/>
              </a:defRPr>
            </a:lvl9pPr>
          </a:lstStyle>
          <a:p xmlns:a="http://schemas.openxmlformats.org/drawingml/2006/main">
            <a:pPr>
              <a:defRPr sz="2175" b="1">
                <a:solidFill>
                  <a:srgbClr val="F7F3E9"/>
                </a:solidFill>
                <a:latin typeface="Arial"/>
                <a:ea typeface="Arial"/>
                <a:cs typeface="Arial"/>
              </a:defRPr>
            </a:pPr>
            <a:r>
              <a:rPr sz="2175" b="1">
                <a:solidFill>
                  <a:srgbClr val="F7F3E9"/>
                </a:solidFill>
                <a:latin typeface="Arial"/>
                <a:ea typeface="Arial"/>
                <a:cs typeface="Arial"/>
              </a:rPr>
              <a:t>02  Ranking dan validasi output</a:t>
            </a:r>
          </a:p>
        </p:txBody>
      </p:sp>
      <p:sp>
        <p:nvSpPr>
          <p:cNvPr id="7" name="body">
            <a:extLst xmlns:a="http://schemas.openxmlformats.org/drawingml/2006/main">
              <a:ext uri="{FF2B5EF4-FFF2-40B4-BE49-F238E27FC236}">
                <a16:creationId xmlns:a16="http://schemas.microsoft.com/office/drawing/2014/main" id="{CAC8BB4B-A511-44B9-88EC-C40695480A0F}"/>
              </a:ext>
            </a:extLst>
          </p:cNvPr>
          <p:cNvSpPr>
            <a:spLocks xmlns:a="http://schemas.openxmlformats.org/drawingml/2006/main" noGrp="1"/>
          </p:cNvSpPr>
          <p:nvPr/>
        </p:nvSpPr>
        <p:spPr>
          <a:xfrm xmlns:a="http://schemas.openxmlformats.org/drawingml/2006/main">
            <a:off x="742950" y="41719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6E2D6"/>
                </a:solidFill>
                <a:latin typeface="Arial"/>
                <a:ea typeface="Arial"/>
                <a:cs typeface="Arial"/>
              </a:defRPr>
            </a:defPPr>
            <a:lvl1pPr>
              <a:defRPr sz="1875" b="0">
                <a:solidFill>
                  <a:srgbClr val="D6E2D6"/>
                </a:solidFill>
                <a:latin typeface="Arial"/>
                <a:ea typeface="Arial"/>
                <a:cs typeface="Arial"/>
              </a:defRPr>
            </a:lvl1pPr>
            <a:lvl2pPr>
              <a:defRPr sz="1875" b="0">
                <a:solidFill>
                  <a:srgbClr val="D6E2D6"/>
                </a:solidFill>
                <a:latin typeface="Arial"/>
                <a:ea typeface="Arial"/>
                <a:cs typeface="Arial"/>
              </a:defRPr>
            </a:lvl2pPr>
            <a:lvl3pPr>
              <a:defRPr sz="1875" b="0">
                <a:solidFill>
                  <a:srgbClr val="D6E2D6"/>
                </a:solidFill>
                <a:latin typeface="Arial"/>
                <a:ea typeface="Arial"/>
                <a:cs typeface="Arial"/>
              </a:defRPr>
            </a:lvl3pPr>
            <a:lvl4pPr>
              <a:defRPr sz="1875" b="0">
                <a:solidFill>
                  <a:srgbClr val="D6E2D6"/>
                </a:solidFill>
                <a:latin typeface="Arial"/>
                <a:ea typeface="Arial"/>
                <a:cs typeface="Arial"/>
              </a:defRPr>
            </a:lvl4pPr>
            <a:lvl5pPr>
              <a:defRPr sz="1875" b="0">
                <a:solidFill>
                  <a:srgbClr val="D6E2D6"/>
                </a:solidFill>
                <a:latin typeface="Arial"/>
                <a:ea typeface="Arial"/>
                <a:cs typeface="Arial"/>
              </a:defRPr>
            </a:lvl5pPr>
            <a:lvl6pPr>
              <a:defRPr sz="1875" b="0">
                <a:solidFill>
                  <a:srgbClr val="D6E2D6"/>
                </a:solidFill>
                <a:latin typeface="Arial"/>
                <a:ea typeface="Arial"/>
                <a:cs typeface="Arial"/>
              </a:defRPr>
            </a:lvl6pPr>
            <a:lvl7pPr>
              <a:defRPr sz="1875" b="0">
                <a:solidFill>
                  <a:srgbClr val="D6E2D6"/>
                </a:solidFill>
                <a:latin typeface="Arial"/>
                <a:ea typeface="Arial"/>
                <a:cs typeface="Arial"/>
              </a:defRPr>
            </a:lvl7pPr>
            <a:lvl8pPr>
              <a:defRPr sz="1875" b="0">
                <a:solidFill>
                  <a:srgbClr val="D6E2D6"/>
                </a:solidFill>
                <a:latin typeface="Arial"/>
                <a:ea typeface="Arial"/>
                <a:cs typeface="Arial"/>
              </a:defRPr>
            </a:lvl8pPr>
            <a:lvl9pPr>
              <a:defRPr sz="1875" b="0">
                <a:solidFill>
                  <a:srgbClr val="D6E2D6"/>
                </a:solidFill>
                <a:latin typeface="Arial"/>
                <a:ea typeface="Arial"/>
                <a:cs typeface="Arial"/>
              </a:defRPr>
            </a:lvl9pPr>
          </a:lstStyle>
          <a:p xmlns:a="http://schemas.openxmlformats.org/drawingml/2006/main">
            <a:pPr>
              <a:defRPr sz="1875" b="0">
                <a:solidFill>
                  <a:srgbClr val="D6E2D6"/>
                </a:solidFill>
                <a:latin typeface="Arial"/>
                <a:ea typeface="Arial"/>
                <a:cs typeface="Arial"/>
              </a:defRPr>
            </a:pPr>
            <a:r>
              <a:rPr sz="1875" b="0">
                <a:solidFill>
                  <a:srgbClr val="D6E2D6"/>
                </a:solidFill>
                <a:latin typeface="Arial"/>
                <a:ea typeface="Arial"/>
                <a:cs typeface="Arial"/>
              </a:rPr>
              <a:t>Adapter mengurutkan ID. Schema memeriksa referensi, kategori dan alasan terkontrol.</a:t>
            </a:r>
          </a:p>
        </p:txBody>
      </p:sp>
      <p:sp>
        <p:nvSpPr>
          <p:cNvPr id="8" name="body">
            <a:extLst xmlns:a="http://schemas.openxmlformats.org/drawingml/2006/main">
              <a:ext uri="{FF2B5EF4-FFF2-40B4-BE49-F238E27FC236}">
                <a16:creationId xmlns:a16="http://schemas.microsoft.com/office/drawing/2014/main" id="{7A8A1E52-E762-4634-9D9D-D0375A31172B}"/>
              </a:ext>
            </a:extLst>
          </p:cNvPr>
          <p:cNvSpPr>
            <a:spLocks xmlns:a="http://schemas.openxmlformats.org/drawingml/2006/main" noGrp="1"/>
          </p:cNvSpPr>
          <p:nvPr/>
        </p:nvSpPr>
        <p:spPr>
          <a:xfrm xmlns:a="http://schemas.openxmlformats.org/drawingml/2006/main">
            <a:off x="742950" y="49720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7F3E9"/>
                </a:solidFill>
                <a:latin typeface="Arial"/>
                <a:ea typeface="Arial"/>
                <a:cs typeface="Arial"/>
              </a:defRPr>
            </a:defPPr>
            <a:lvl1pPr>
              <a:defRPr sz="2175" b="1">
                <a:solidFill>
                  <a:srgbClr val="F7F3E9"/>
                </a:solidFill>
                <a:latin typeface="Arial"/>
                <a:ea typeface="Arial"/>
                <a:cs typeface="Arial"/>
              </a:defRPr>
            </a:lvl1pPr>
            <a:lvl2pPr>
              <a:defRPr sz="2175" b="1">
                <a:solidFill>
                  <a:srgbClr val="F7F3E9"/>
                </a:solidFill>
                <a:latin typeface="Arial"/>
                <a:ea typeface="Arial"/>
                <a:cs typeface="Arial"/>
              </a:defRPr>
            </a:lvl2pPr>
            <a:lvl3pPr>
              <a:defRPr sz="2175" b="1">
                <a:solidFill>
                  <a:srgbClr val="F7F3E9"/>
                </a:solidFill>
                <a:latin typeface="Arial"/>
                <a:ea typeface="Arial"/>
                <a:cs typeface="Arial"/>
              </a:defRPr>
            </a:lvl3pPr>
            <a:lvl4pPr>
              <a:defRPr sz="2175" b="1">
                <a:solidFill>
                  <a:srgbClr val="F7F3E9"/>
                </a:solidFill>
                <a:latin typeface="Arial"/>
                <a:ea typeface="Arial"/>
                <a:cs typeface="Arial"/>
              </a:defRPr>
            </a:lvl4pPr>
            <a:lvl5pPr>
              <a:defRPr sz="2175" b="1">
                <a:solidFill>
                  <a:srgbClr val="F7F3E9"/>
                </a:solidFill>
                <a:latin typeface="Arial"/>
                <a:ea typeface="Arial"/>
                <a:cs typeface="Arial"/>
              </a:defRPr>
            </a:lvl5pPr>
            <a:lvl6pPr>
              <a:defRPr sz="2175" b="1">
                <a:solidFill>
                  <a:srgbClr val="F7F3E9"/>
                </a:solidFill>
                <a:latin typeface="Arial"/>
                <a:ea typeface="Arial"/>
                <a:cs typeface="Arial"/>
              </a:defRPr>
            </a:lvl6pPr>
            <a:lvl7pPr>
              <a:defRPr sz="2175" b="1">
                <a:solidFill>
                  <a:srgbClr val="F7F3E9"/>
                </a:solidFill>
                <a:latin typeface="Arial"/>
                <a:ea typeface="Arial"/>
                <a:cs typeface="Arial"/>
              </a:defRPr>
            </a:lvl7pPr>
            <a:lvl8pPr>
              <a:defRPr sz="2175" b="1">
                <a:solidFill>
                  <a:srgbClr val="F7F3E9"/>
                </a:solidFill>
                <a:latin typeface="Arial"/>
                <a:ea typeface="Arial"/>
                <a:cs typeface="Arial"/>
              </a:defRPr>
            </a:lvl8pPr>
            <a:lvl9pPr>
              <a:defRPr sz="2175" b="1">
                <a:solidFill>
                  <a:srgbClr val="F7F3E9"/>
                </a:solidFill>
                <a:latin typeface="Arial"/>
                <a:ea typeface="Arial"/>
                <a:cs typeface="Arial"/>
              </a:defRPr>
            </a:lvl9pPr>
          </a:lstStyle>
          <a:p xmlns:a="http://schemas.openxmlformats.org/drawingml/2006/main">
            <a:pPr>
              <a:defRPr sz="2175" b="1">
                <a:solidFill>
                  <a:srgbClr val="F7F3E9"/>
                </a:solidFill>
                <a:latin typeface="Arial"/>
                <a:ea typeface="Arial"/>
                <a:cs typeface="Arial"/>
              </a:defRPr>
            </a:pPr>
            <a:r>
              <a:rPr sz="2175" b="1">
                <a:solidFill>
                  <a:srgbClr val="F7F3E9"/>
                </a:solidFill>
                <a:latin typeface="Arial"/>
                <a:ea typeface="Arial"/>
                <a:cs typeface="Arial"/>
              </a:rPr>
              <a:t>03  Planner dan fallback</a:t>
            </a:r>
          </a:p>
        </p:txBody>
      </p:sp>
      <p:sp>
        <p:nvSpPr>
          <p:cNvPr id="9" name="body">
            <a:extLst xmlns:a="http://schemas.openxmlformats.org/drawingml/2006/main">
              <a:ext uri="{FF2B5EF4-FFF2-40B4-BE49-F238E27FC236}">
                <a16:creationId xmlns:a16="http://schemas.microsoft.com/office/drawing/2014/main" id="{9B1E9258-3DB7-419D-A39D-02123178F1B7}"/>
              </a:ext>
            </a:extLst>
          </p:cNvPr>
          <p:cNvSpPr>
            <a:spLocks xmlns:a="http://schemas.openxmlformats.org/drawingml/2006/main" noGrp="1"/>
          </p:cNvSpPr>
          <p:nvPr/>
        </p:nvSpPr>
        <p:spPr>
          <a:xfrm xmlns:a="http://schemas.openxmlformats.org/drawingml/2006/main">
            <a:off x="742950" y="54292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6E2D6"/>
                </a:solidFill>
                <a:latin typeface="Arial"/>
                <a:ea typeface="Arial"/>
                <a:cs typeface="Arial"/>
              </a:defRPr>
            </a:defPPr>
            <a:lvl1pPr>
              <a:defRPr sz="1875" b="0">
                <a:solidFill>
                  <a:srgbClr val="D6E2D6"/>
                </a:solidFill>
                <a:latin typeface="Arial"/>
                <a:ea typeface="Arial"/>
                <a:cs typeface="Arial"/>
              </a:defRPr>
            </a:lvl1pPr>
            <a:lvl2pPr>
              <a:defRPr sz="1875" b="0">
                <a:solidFill>
                  <a:srgbClr val="D6E2D6"/>
                </a:solidFill>
                <a:latin typeface="Arial"/>
                <a:ea typeface="Arial"/>
                <a:cs typeface="Arial"/>
              </a:defRPr>
            </a:lvl2pPr>
            <a:lvl3pPr>
              <a:defRPr sz="1875" b="0">
                <a:solidFill>
                  <a:srgbClr val="D6E2D6"/>
                </a:solidFill>
                <a:latin typeface="Arial"/>
                <a:ea typeface="Arial"/>
                <a:cs typeface="Arial"/>
              </a:defRPr>
            </a:lvl3pPr>
            <a:lvl4pPr>
              <a:defRPr sz="1875" b="0">
                <a:solidFill>
                  <a:srgbClr val="D6E2D6"/>
                </a:solidFill>
                <a:latin typeface="Arial"/>
                <a:ea typeface="Arial"/>
                <a:cs typeface="Arial"/>
              </a:defRPr>
            </a:lvl4pPr>
            <a:lvl5pPr>
              <a:defRPr sz="1875" b="0">
                <a:solidFill>
                  <a:srgbClr val="D6E2D6"/>
                </a:solidFill>
                <a:latin typeface="Arial"/>
                <a:ea typeface="Arial"/>
                <a:cs typeface="Arial"/>
              </a:defRPr>
            </a:lvl5pPr>
            <a:lvl6pPr>
              <a:defRPr sz="1875" b="0">
                <a:solidFill>
                  <a:srgbClr val="D6E2D6"/>
                </a:solidFill>
                <a:latin typeface="Arial"/>
                <a:ea typeface="Arial"/>
                <a:cs typeface="Arial"/>
              </a:defRPr>
            </a:lvl6pPr>
            <a:lvl7pPr>
              <a:defRPr sz="1875" b="0">
                <a:solidFill>
                  <a:srgbClr val="D6E2D6"/>
                </a:solidFill>
                <a:latin typeface="Arial"/>
                <a:ea typeface="Arial"/>
                <a:cs typeface="Arial"/>
              </a:defRPr>
            </a:lvl7pPr>
            <a:lvl8pPr>
              <a:defRPr sz="1875" b="0">
                <a:solidFill>
                  <a:srgbClr val="D6E2D6"/>
                </a:solidFill>
                <a:latin typeface="Arial"/>
                <a:ea typeface="Arial"/>
                <a:cs typeface="Arial"/>
              </a:defRPr>
            </a:lvl8pPr>
            <a:lvl9pPr>
              <a:defRPr sz="1875" b="0">
                <a:solidFill>
                  <a:srgbClr val="D6E2D6"/>
                </a:solidFill>
                <a:latin typeface="Arial"/>
                <a:ea typeface="Arial"/>
                <a:cs typeface="Arial"/>
              </a:defRPr>
            </a:lvl9pPr>
          </a:lstStyle>
          <a:p xmlns:a="http://schemas.openxmlformats.org/drawingml/2006/main">
            <a:pPr>
              <a:defRPr sz="1875" b="0">
                <a:solidFill>
                  <a:srgbClr val="D6E2D6"/>
                </a:solidFill>
                <a:latin typeface="Arial"/>
                <a:ea typeface="Arial"/>
                <a:cs typeface="Arial"/>
              </a:defRPr>
            </a:pPr>
            <a:r>
              <a:rPr sz="1875" b="0">
                <a:solidFill>
                  <a:srgbClr val="D6E2D6"/>
                </a:solidFill>
                <a:latin typeface="Arial"/>
                <a:ea typeface="Arial"/>
                <a:cs typeface="Arial"/>
              </a:rPr>
              <a:t>Domain menghitung jadwal, rute, biaya dan coverage. Output tidak valid memicu fallback.</a:t>
            </a:r>
          </a:p>
        </p:txBody>
      </p:sp>
      <p:sp>
        <p:nvSpPr>
          <p:cNvPr id="10" name="body">
            <a:extLst xmlns:a="http://schemas.openxmlformats.org/drawingml/2006/main">
              <a:ext uri="{FF2B5EF4-FFF2-40B4-BE49-F238E27FC236}">
                <a16:creationId xmlns:a16="http://schemas.microsoft.com/office/drawing/2014/main" id="{3FB20D1D-6AEB-4503-830C-DC8DBA3C4949}"/>
              </a:ext>
            </a:extLst>
          </p:cNvPr>
          <p:cNvSpPr>
            <a:spLocks xmlns:a="http://schemas.openxmlformats.org/drawingml/2006/main" noGrp="1"/>
          </p:cNvSpPr>
          <p:nvPr/>
        </p:nvSpPr>
        <p:spPr>
          <a:xfrm xmlns:a="http://schemas.openxmlformats.org/drawingml/2006/main">
            <a:off x="762000" y="59817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2D9C9"/>
                </a:solidFill>
                <a:latin typeface="Arial"/>
                <a:ea typeface="Arial"/>
                <a:cs typeface="Arial"/>
              </a:defRPr>
            </a:defPPr>
            <a:lvl1pPr>
              <a:defRPr sz="1725" b="0">
                <a:solidFill>
                  <a:srgbClr val="F2D9C9"/>
                </a:solidFill>
                <a:latin typeface="Arial"/>
                <a:ea typeface="Arial"/>
                <a:cs typeface="Arial"/>
              </a:defRPr>
            </a:lvl1pPr>
            <a:lvl2pPr>
              <a:defRPr sz="1725" b="0">
                <a:solidFill>
                  <a:srgbClr val="F2D9C9"/>
                </a:solidFill>
                <a:latin typeface="Arial"/>
                <a:ea typeface="Arial"/>
                <a:cs typeface="Arial"/>
              </a:defRPr>
            </a:lvl2pPr>
            <a:lvl3pPr>
              <a:defRPr sz="1725" b="0">
                <a:solidFill>
                  <a:srgbClr val="F2D9C9"/>
                </a:solidFill>
                <a:latin typeface="Arial"/>
                <a:ea typeface="Arial"/>
                <a:cs typeface="Arial"/>
              </a:defRPr>
            </a:lvl3pPr>
            <a:lvl4pPr>
              <a:defRPr sz="1725" b="0">
                <a:solidFill>
                  <a:srgbClr val="F2D9C9"/>
                </a:solidFill>
                <a:latin typeface="Arial"/>
                <a:ea typeface="Arial"/>
                <a:cs typeface="Arial"/>
              </a:defRPr>
            </a:lvl4pPr>
            <a:lvl5pPr>
              <a:defRPr sz="1725" b="0">
                <a:solidFill>
                  <a:srgbClr val="F2D9C9"/>
                </a:solidFill>
                <a:latin typeface="Arial"/>
                <a:ea typeface="Arial"/>
                <a:cs typeface="Arial"/>
              </a:defRPr>
            </a:lvl5pPr>
            <a:lvl6pPr>
              <a:defRPr sz="1725" b="0">
                <a:solidFill>
                  <a:srgbClr val="F2D9C9"/>
                </a:solidFill>
                <a:latin typeface="Arial"/>
                <a:ea typeface="Arial"/>
                <a:cs typeface="Arial"/>
              </a:defRPr>
            </a:lvl6pPr>
            <a:lvl7pPr>
              <a:defRPr sz="1725" b="0">
                <a:solidFill>
                  <a:srgbClr val="F2D9C9"/>
                </a:solidFill>
                <a:latin typeface="Arial"/>
                <a:ea typeface="Arial"/>
                <a:cs typeface="Arial"/>
              </a:defRPr>
            </a:lvl7pPr>
            <a:lvl8pPr>
              <a:defRPr sz="1725" b="0">
                <a:solidFill>
                  <a:srgbClr val="F2D9C9"/>
                </a:solidFill>
                <a:latin typeface="Arial"/>
                <a:ea typeface="Arial"/>
                <a:cs typeface="Arial"/>
              </a:defRPr>
            </a:lvl8pPr>
            <a:lvl9pPr>
              <a:defRPr sz="1725" b="0">
                <a:solidFill>
                  <a:srgbClr val="F2D9C9"/>
                </a:solidFill>
                <a:latin typeface="Arial"/>
                <a:ea typeface="Arial"/>
                <a:cs typeface="Arial"/>
              </a:defRPr>
            </a:lvl9pPr>
          </a:lstStyle>
          <a:p xmlns:a="http://schemas.openxmlformats.org/drawingml/2006/main">
            <a:pPr>
              <a:defRPr sz="1725" b="0">
                <a:solidFill>
                  <a:srgbClr val="F2D9C9"/>
                </a:solidFill>
                <a:latin typeface="Arial"/>
                <a:ea typeface="Arial"/>
                <a:cs typeface="Arial"/>
              </a:defRPr>
            </a:pPr>
            <a:r>
              <a:rPr sz="1725" b="0">
                <a:solidFill>
                  <a:srgbClr val="F2D9C9"/>
                </a:solidFill>
                <a:latin typeface="Arial"/>
                <a:ea typeface="Arial"/>
                <a:cs typeface="Arial"/>
              </a:rPr>
              <a:t>Mock dan fallback. Inferensi Gemini nonaktif pada public mode.</a:t>
            </a:r>
          </a:p>
        </p:txBody>
      </p:sp>
    </p:spTree>
    <p:extLst>
      <p:ext uri="{BB962C8B-B14F-4D97-AF65-F5344CB8AC3E}">
        <p14:creationId xmlns:p14="http://schemas.microsoft.com/office/powerpoint/2010/main" val="401271848"/>
      </p:ext>
    </p:extLst>
  </p:cSld>
</p:sld>
</file>

<file path=ppt/slides/slide6.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ACDB220-F441-4032-B000-AA8D4F2FB89F}"/>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93C34"/>
                </a:solidFill>
                <a:latin typeface="Arial"/>
                <a:ea typeface="Arial"/>
                <a:cs typeface="Arial"/>
              </a:defRPr>
            </a:defPPr>
            <a:lvl1pPr>
              <a:defRPr sz="3450" b="1">
                <a:solidFill>
                  <a:srgbClr val="193C34"/>
                </a:solidFill>
                <a:latin typeface="Arial"/>
                <a:ea typeface="Arial"/>
                <a:cs typeface="Arial"/>
              </a:defRPr>
            </a:lvl1pPr>
            <a:lvl2pPr>
              <a:defRPr sz="3450" b="1">
                <a:solidFill>
                  <a:srgbClr val="193C34"/>
                </a:solidFill>
                <a:latin typeface="Arial"/>
                <a:ea typeface="Arial"/>
                <a:cs typeface="Arial"/>
              </a:defRPr>
            </a:lvl2pPr>
            <a:lvl3pPr>
              <a:defRPr sz="3450" b="1">
                <a:solidFill>
                  <a:srgbClr val="193C34"/>
                </a:solidFill>
                <a:latin typeface="Arial"/>
                <a:ea typeface="Arial"/>
                <a:cs typeface="Arial"/>
              </a:defRPr>
            </a:lvl3pPr>
            <a:lvl4pPr>
              <a:defRPr sz="3450" b="1">
                <a:solidFill>
                  <a:srgbClr val="193C34"/>
                </a:solidFill>
                <a:latin typeface="Arial"/>
                <a:ea typeface="Arial"/>
                <a:cs typeface="Arial"/>
              </a:defRPr>
            </a:lvl4pPr>
            <a:lvl5pPr>
              <a:defRPr sz="3450" b="1">
                <a:solidFill>
                  <a:srgbClr val="193C34"/>
                </a:solidFill>
                <a:latin typeface="Arial"/>
                <a:ea typeface="Arial"/>
                <a:cs typeface="Arial"/>
              </a:defRPr>
            </a:lvl5pPr>
            <a:lvl6pPr>
              <a:defRPr sz="3450" b="1">
                <a:solidFill>
                  <a:srgbClr val="193C34"/>
                </a:solidFill>
                <a:latin typeface="Arial"/>
                <a:ea typeface="Arial"/>
                <a:cs typeface="Arial"/>
              </a:defRPr>
            </a:lvl6pPr>
            <a:lvl7pPr>
              <a:defRPr sz="3450" b="1">
                <a:solidFill>
                  <a:srgbClr val="193C34"/>
                </a:solidFill>
                <a:latin typeface="Arial"/>
                <a:ea typeface="Arial"/>
                <a:cs typeface="Arial"/>
              </a:defRPr>
            </a:lvl7pPr>
            <a:lvl8pPr>
              <a:defRPr sz="3450" b="1">
                <a:solidFill>
                  <a:srgbClr val="193C34"/>
                </a:solidFill>
                <a:latin typeface="Arial"/>
                <a:ea typeface="Arial"/>
                <a:cs typeface="Arial"/>
              </a:defRPr>
            </a:lvl8pPr>
            <a:lvl9pPr>
              <a:defRPr sz="3450" b="1">
                <a:solidFill>
                  <a:srgbClr val="193C34"/>
                </a:solidFill>
                <a:latin typeface="Arial"/>
                <a:ea typeface="Arial"/>
                <a:cs typeface="Arial"/>
              </a:defRPr>
            </a:lvl9pPr>
          </a:lstStyle>
          <a:p xmlns:a="http://schemas.openxmlformats.org/drawingml/2006/main">
            <a:pPr>
              <a:defRPr sz="3450" b="1">
                <a:solidFill>
                  <a:srgbClr val="193C34"/>
                </a:solidFill>
                <a:latin typeface="Arial"/>
                <a:ea typeface="Arial"/>
                <a:cs typeface="Arial"/>
              </a:defRPr>
            </a:pPr>
            <a:r>
              <a:rPr sz="3450" b="1">
                <a:solidFill>
                  <a:srgbClr val="193C34"/>
                </a:solidFill>
                <a:latin typeface="Arial"/>
                <a:ea typeface="Arial"/>
                <a:cs typeface="Arial"/>
              </a:rPr>
              <a:t>Tiga profil, tiga pilihan yang berbeda</a:t>
            </a:r>
          </a:p>
        </p:txBody>
      </p:sp>
      <p:sp>
        <p:nvSpPr>
          <p:cNvPr id="2" name="body">
            <a:extLst xmlns:a="http://schemas.openxmlformats.org/drawingml/2006/main">
              <a:ext uri="{FF2B5EF4-FFF2-40B4-BE49-F238E27FC236}">
                <a16:creationId xmlns:a16="http://schemas.microsoft.com/office/drawing/2014/main" id="{065F8795-AB1F-4CD7-9D58-81868141A717}"/>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Dua orang. Budget Rp1.500.000. Total atas sudah termasuk cadangan.</a:t>
            </a:r>
          </a:p>
        </p:txBody>
      </p:sp>
      <p:sp>
        <p:nvSpPr>
          <p:cNvPr id="3" name="body">
            <a:extLst xmlns:a="http://schemas.openxmlformats.org/drawingml/2006/main">
              <a:ext uri="{FF2B5EF4-FFF2-40B4-BE49-F238E27FC236}">
                <a16:creationId xmlns:a16="http://schemas.microsoft.com/office/drawing/2014/main" id="{90A03A1C-D25E-46C3-AAB9-B944F9FE6C33}"/>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06   Wisata Budaya Planner</a:t>
            </a:r>
          </a:p>
        </p:txBody>
      </p:sp>
      <p:graphicFrame>
        <p:nvGraphicFramePr>
          <p:cNvPr id="4" name="">
            <a:extLst xmlns:a="http://schemas.openxmlformats.org/drawingml/2006/main">
              <a:ext uri="{FF2B5EF4-FFF2-40B4-BE49-F238E27FC236}">
                <a16:creationId xmlns:a16="http://schemas.microsoft.com/office/drawing/2014/main" id="{B147A079-1CB5-4162-B27D-389D6F06BC53}"/>
              </a:ext>
            </a:extLst>
          </p:cNvPr>
          <p:cNvGraphicFramePr/>
          <p:nvPr/>
        </p:nvGraphicFramePr>
        <p:xfrm>
          <a:off xmlns:a="http://schemas.openxmlformats.org/drawingml/2006/main" x="742950" y="2571750"/>
          <a:ext xmlns:a="http://schemas.openxmlformats.org/drawingml/2006/main" cx="10706100" cy="2667000"/>
        </p:xfrm>
        <a:graphic xmlns:a="http://schemas.openxmlformats.org/drawingml/2006/main">
          <a:graphicData uri="http://schemas.openxmlformats.org/drawingml/2006/table">
            <a:tbl>
              <a:tblPr firstRow="0" bandRow="0"/>
              <a:tblGrid>
                <a:gridCol w="3429000"/>
                <a:gridCol w="4857750"/>
                <a:gridCol w="2419350"/>
              </a:tblGrid>
              <a:tr h="666750">
                <a:tc>
                  <a:txBody>
                    <a:bodyPr/>
                    <a:lstStyle/>
                    <a:p>
                      <a:r>
                        <a:rPr sz="1875" b="1">
                          <a:solidFill>
                            <a:srgbClr val="F7F3E9"/>
                          </a:solidFill>
                          <a:latin typeface="Arial"/>
                          <a:ea typeface="Arial"/>
                          <a:cs typeface="Arial"/>
                        </a:rPr>
                        <a:t>Profil sintetis</a:t>
                      </a:r>
                    </a:p>
                  </a:txBody>
                  <a:tcPr marL="91440" marR="91440" marT="45720" marB="45720">
                    <a:lnL w="9525">
                      <a:solidFill>
                        <a:srgbClr val="D8DFD5"/>
                      </a:solidFill>
                      <a:prstDash val="solid"/>
                    </a:lnL>
                    <a:lnR w="9525">
                      <a:solidFill>
                        <a:srgbClr val="D8DFD5"/>
                      </a:solidFill>
                      <a:prstDash val="solid"/>
                    </a:lnR>
                    <a:lnT w="9525">
                      <a:solidFill>
                        <a:srgbClr val="D8DFD5"/>
                      </a:solidFill>
                      <a:prstDash val="solid"/>
                    </a:lnT>
                    <a:lnB w="9525">
                      <a:solidFill>
                        <a:srgbClr val="D8DFD5"/>
                      </a:solidFill>
                      <a:prstDash val="solid"/>
                    </a:lnB>
                    <a:solidFill>
                      <a:srgbClr val="173F36"/>
                    </a:solidFill>
                  </a:tcPr>
                </a:tc>
                <a:tc>
                  <a:txBody>
                    <a:bodyPr/>
                    <a:lstStyle/>
                    <a:p>
                      <a:r>
                        <a:rPr sz="1875" b="1">
                          <a:solidFill>
                            <a:srgbClr val="F7F3E9"/>
                          </a:solidFill>
                          <a:latin typeface="Arial"/>
                          <a:ea typeface="Arial"/>
                          <a:cs typeface="Arial"/>
                        </a:rPr>
                        <a:t>Kunjungan terpilih</a:t>
                      </a:r>
                    </a:p>
                  </a:txBody>
                  <a:tcPr marL="91440" marR="91440" marT="45720" marB="45720">
                    <a:lnR w="9525">
                      <a:solidFill>
                        <a:srgbClr val="D8DFD5"/>
                      </a:solidFill>
                      <a:prstDash val="solid"/>
                    </a:lnR>
                    <a:lnT w="9525">
                      <a:solidFill>
                        <a:srgbClr val="D8DFD5"/>
                      </a:solidFill>
                      <a:prstDash val="solid"/>
                    </a:lnT>
                    <a:lnB w="9525">
                      <a:solidFill>
                        <a:srgbClr val="D8DFD5"/>
                      </a:solidFill>
                      <a:prstDash val="solid"/>
                    </a:lnB>
                    <a:solidFill>
                      <a:srgbClr val="173F36"/>
                    </a:solidFill>
                  </a:tcPr>
                </a:tc>
                <a:tc>
                  <a:txBody>
                    <a:bodyPr/>
                    <a:lstStyle/>
                    <a:p>
                      <a:r>
                        <a:rPr sz="1875" b="1">
                          <a:solidFill>
                            <a:srgbClr val="F7F3E9"/>
                          </a:solidFill>
                          <a:latin typeface="Arial"/>
                          <a:ea typeface="Arial"/>
                          <a:cs typeface="Arial"/>
                        </a:rPr>
                        <a:t>Total atas</a:t>
                      </a:r>
                    </a:p>
                  </a:txBody>
                  <a:tcPr marL="91440" marR="91440" marT="45720" marB="45720">
                    <a:lnR w="9525">
                      <a:solidFill>
                        <a:srgbClr val="D8DFD5"/>
                      </a:solidFill>
                      <a:prstDash val="solid"/>
                    </a:lnR>
                    <a:lnT w="9525">
                      <a:solidFill>
                        <a:srgbClr val="D8DFD5"/>
                      </a:solidFill>
                      <a:prstDash val="solid"/>
                    </a:lnT>
                    <a:lnB w="9525">
                      <a:solidFill>
                        <a:srgbClr val="D8DFD5"/>
                      </a:solidFill>
                      <a:prstDash val="solid"/>
                    </a:lnB>
                    <a:solidFill>
                      <a:srgbClr val="173F36"/>
                    </a:solidFill>
                  </a:tcPr>
                </a:tc>
              </a:tr>
              <a:tr h="666750">
                <a:tc>
                  <a:txBody>
                    <a:bodyPr/>
                    <a:lstStyle/>
                    <a:p>
                      <a:r>
                        <a:rPr sz="1875" b="0">
                          <a:solidFill>
                            <a:srgbClr val="193C34"/>
                          </a:solidFill>
                          <a:latin typeface="Arial"/>
                          <a:ea typeface="Arial"/>
                          <a:cs typeface="Arial"/>
                        </a:rPr>
                        <a:t>Jejak sejarah · mobil</a:t>
                      </a:r>
                    </a:p>
                  </a:txBody>
                  <a:tcPr marL="91440" marR="91440" marT="45720" marB="45720">
                    <a:lnL w="9525">
                      <a:solidFill>
                        <a:srgbClr val="D8DFD5"/>
                      </a:solidFill>
                      <a:prstDash val="solid"/>
                    </a:lnL>
                    <a:lnR w="9525">
                      <a:solidFill>
                        <a:srgbClr val="D8DFD5"/>
                      </a:solidFill>
                      <a:prstDash val="solid"/>
                    </a:lnR>
                    <a:lnB w="9525">
                      <a:solidFill>
                        <a:srgbClr val="D8DFD5"/>
                      </a:solidFill>
                      <a:prstDash val="solid"/>
                    </a:lnB>
                    <a:solidFill>
                      <a:srgbClr val="F7F3E9"/>
                    </a:solidFill>
                  </a:tcPr>
                </a:tc>
                <a:tc>
                  <a:txBody>
                    <a:bodyPr/>
                    <a:lstStyle/>
                    <a:p>
                      <a:r>
                        <a:rPr sz="1875" b="0">
                          <a:solidFill>
                            <a:srgbClr val="193C34"/>
                          </a:solidFill>
                          <a:latin typeface="Arial"/>
                          <a:ea typeface="Arial"/>
                          <a:cs typeface="Arial"/>
                        </a:rPr>
                        <a:t>Galeri dan Dapur</a:t>
                      </a:r>
                    </a:p>
                  </a:txBody>
                  <a:tcPr marL="91440" marR="91440" marT="45720" marB="45720">
                    <a:lnR w="9525">
                      <a:solidFill>
                        <a:srgbClr val="D8DFD5"/>
                      </a:solidFill>
                      <a:prstDash val="solid"/>
                    </a:lnR>
                    <a:lnB w="9525">
                      <a:solidFill>
                        <a:srgbClr val="D8DFD5"/>
                      </a:solidFill>
                      <a:prstDash val="solid"/>
                    </a:lnB>
                    <a:solidFill>
                      <a:srgbClr val="F7F3E9"/>
                    </a:solidFill>
                  </a:tcPr>
                </a:tc>
                <a:tc>
                  <a:txBody>
                    <a:bodyPr/>
                    <a:lstStyle/>
                    <a:p>
                      <a:r>
                        <a:rPr sz="1875" b="1">
                          <a:solidFill>
                            <a:srgbClr val="193C34"/>
                          </a:solidFill>
                          <a:latin typeface="Arial"/>
                          <a:ea typeface="Arial"/>
                          <a:cs typeface="Arial"/>
                        </a:rPr>
                        <a:t>Rp280.500</a:t>
                      </a:r>
                    </a:p>
                  </a:txBody>
                  <a:tcPr marL="91440" marR="91440" marT="45720" marB="45720">
                    <a:lnR w="9525">
                      <a:solidFill>
                        <a:srgbClr val="D8DFD5"/>
                      </a:solidFill>
                      <a:prstDash val="solid"/>
                    </a:lnR>
                    <a:lnB w="9525">
                      <a:solidFill>
                        <a:srgbClr val="D8DFD5"/>
                      </a:solidFill>
                      <a:prstDash val="solid"/>
                    </a:lnB>
                    <a:solidFill>
                      <a:srgbClr val="F7F3E9"/>
                    </a:solidFill>
                  </a:tcPr>
                </a:tc>
              </a:tr>
              <a:tr h="666750">
                <a:tc>
                  <a:txBody>
                    <a:bodyPr/>
                    <a:lstStyle/>
                    <a:p>
                      <a:r>
                        <a:rPr sz="1875" b="0">
                          <a:solidFill>
                            <a:srgbClr val="193C34"/>
                          </a:solidFill>
                          <a:latin typeface="Arial"/>
                          <a:ea typeface="Arial"/>
                          <a:cs typeface="Arial"/>
                        </a:rPr>
                        <a:t>Kriya santai · berjalan</a:t>
                      </a:r>
                    </a:p>
                  </a:txBody>
                  <a:tcPr marL="91440" marR="91440" marT="45720" marB="45720">
                    <a:lnL w="9525">
                      <a:solidFill>
                        <a:srgbClr val="D8DFD5"/>
                      </a:solidFill>
                      <a:prstDash val="solid"/>
                    </a:lnL>
                    <a:lnR w="9525">
                      <a:solidFill>
                        <a:srgbClr val="D8DFD5"/>
                      </a:solidFill>
                      <a:prstDash val="solid"/>
                    </a:lnR>
                    <a:lnB w="9525">
                      <a:solidFill>
                        <a:srgbClr val="D8DFD5"/>
                      </a:solidFill>
                      <a:prstDash val="solid"/>
                    </a:lnB>
                    <a:solidFill>
                      <a:srgbClr val="F7F3E9"/>
                    </a:solidFill>
                  </a:tcPr>
                </a:tc>
                <a:tc>
                  <a:txBody>
                    <a:bodyPr/>
                    <a:lstStyle/>
                    <a:p>
                      <a:r>
                        <a:rPr sz="1875" b="0">
                          <a:solidFill>
                            <a:srgbClr val="193C34"/>
                          </a:solidFill>
                          <a:latin typeface="Arial"/>
                          <a:ea typeface="Arial"/>
                          <a:cs typeface="Arial"/>
                        </a:rPr>
                        <a:t>Studio Kriya dan Dapur</a:t>
                      </a:r>
                    </a:p>
                  </a:txBody>
                  <a:tcPr marL="91440" marR="91440" marT="45720" marB="45720">
                    <a:lnR w="9525">
                      <a:solidFill>
                        <a:srgbClr val="D8DFD5"/>
                      </a:solidFill>
                      <a:prstDash val="solid"/>
                    </a:lnR>
                    <a:lnB w="9525">
                      <a:solidFill>
                        <a:srgbClr val="D8DFD5"/>
                      </a:solidFill>
                      <a:prstDash val="solid"/>
                    </a:lnB>
                    <a:solidFill>
                      <a:srgbClr val="F7F3E9"/>
                    </a:solidFill>
                  </a:tcPr>
                </a:tc>
                <a:tc>
                  <a:txBody>
                    <a:bodyPr/>
                    <a:lstStyle/>
                    <a:p>
                      <a:r>
                        <a:rPr sz="1875" b="1">
                          <a:solidFill>
                            <a:srgbClr val="193C34"/>
                          </a:solidFill>
                          <a:latin typeface="Arial"/>
                          <a:ea typeface="Arial"/>
                          <a:cs typeface="Arial"/>
                        </a:rPr>
                        <a:t>Rp242.000</a:t>
                      </a:r>
                    </a:p>
                  </a:txBody>
                  <a:tcPr marL="91440" marR="91440" marT="45720" marB="45720">
                    <a:lnR w="9525">
                      <a:solidFill>
                        <a:srgbClr val="D8DFD5"/>
                      </a:solidFill>
                      <a:prstDash val="solid"/>
                    </a:lnR>
                    <a:lnB w="9525">
                      <a:solidFill>
                        <a:srgbClr val="D8DFD5"/>
                      </a:solidFill>
                      <a:prstDash val="solid"/>
                    </a:lnB>
                    <a:solidFill>
                      <a:srgbClr val="F7F3E9"/>
                    </a:solidFill>
                  </a:tcPr>
                </a:tc>
              </a:tr>
              <a:tr h="666750">
                <a:tc>
                  <a:txBody>
                    <a:bodyPr/>
                    <a:lstStyle/>
                    <a:p>
                      <a:r>
                        <a:rPr sz="1875" b="0">
                          <a:solidFill>
                            <a:srgbClr val="193C34"/>
                          </a:solidFill>
                          <a:latin typeface="Arial"/>
                          <a:ea typeface="Arial"/>
                          <a:cs typeface="Arial"/>
                        </a:rPr>
                        <a:t>Ruang &amp; rasa · taksi</a:t>
                      </a:r>
                    </a:p>
                  </a:txBody>
                  <a:tcPr marL="91440" marR="91440" marT="45720" marB="45720">
                    <a:lnL w="9525">
                      <a:solidFill>
                        <a:srgbClr val="D8DFD5"/>
                      </a:solidFill>
                      <a:prstDash val="solid"/>
                    </a:lnL>
                    <a:lnR w="9525">
                      <a:solidFill>
                        <a:srgbClr val="D8DFD5"/>
                      </a:solidFill>
                      <a:prstDash val="solid"/>
                    </a:lnR>
                    <a:lnB w="9525">
                      <a:solidFill>
                        <a:srgbClr val="D8DFD5"/>
                      </a:solidFill>
                      <a:prstDash val="solid"/>
                    </a:lnB>
                    <a:solidFill>
                      <a:srgbClr val="F7F3E9"/>
                    </a:solidFill>
                  </a:tcPr>
                </a:tc>
                <a:tc>
                  <a:txBody>
                    <a:bodyPr/>
                    <a:lstStyle/>
                    <a:p>
                      <a:r>
                        <a:rPr sz="1875" b="0">
                          <a:solidFill>
                            <a:srgbClr val="193C34"/>
                          </a:solidFill>
                          <a:latin typeface="Arial"/>
                          <a:ea typeface="Arial"/>
                          <a:cs typeface="Arial"/>
                        </a:rPr>
                        <a:t>Arsitektur dan kuliner gurih</a:t>
                      </a:r>
                    </a:p>
                  </a:txBody>
                  <a:tcPr marL="91440" marR="91440" marT="45720" marB="45720">
                    <a:lnR w="9525">
                      <a:solidFill>
                        <a:srgbClr val="D8DFD5"/>
                      </a:solidFill>
                      <a:prstDash val="solid"/>
                    </a:lnR>
                    <a:lnB w="9525">
                      <a:solidFill>
                        <a:srgbClr val="D8DFD5"/>
                      </a:solidFill>
                      <a:prstDash val="solid"/>
                    </a:lnB>
                    <a:solidFill>
                      <a:srgbClr val="F7F3E9"/>
                    </a:solidFill>
                  </a:tcPr>
                </a:tc>
                <a:tc>
                  <a:txBody>
                    <a:bodyPr/>
                    <a:lstStyle/>
                    <a:p>
                      <a:r>
                        <a:rPr sz="1875" b="1">
                          <a:solidFill>
                            <a:srgbClr val="193C34"/>
                          </a:solidFill>
                          <a:latin typeface="Arial"/>
                          <a:ea typeface="Arial"/>
                          <a:cs typeface="Arial"/>
                        </a:rPr>
                        <a:t>Rp302.500</a:t>
                      </a:r>
                    </a:p>
                  </a:txBody>
                  <a:tcPr marL="91440" marR="91440" marT="45720" marB="45720">
                    <a:lnR w="9525">
                      <a:solidFill>
                        <a:srgbClr val="D8DFD5"/>
                      </a:solidFill>
                      <a:prstDash val="solid"/>
                    </a:lnR>
                    <a:lnB w="9525">
                      <a:solidFill>
                        <a:srgbClr val="D8DFD5"/>
                      </a:solidFill>
                      <a:prstDash val="solid"/>
                    </a:lnB>
                    <a:solidFill>
                      <a:srgbClr val="F7F3E9"/>
                    </a:solidFill>
                  </a:tcPr>
                </a:tc>
              </a:tr>
            </a:tbl>
          </a:graphicData>
        </a:graphic>
      </p:graphicFrame>
      <p:sp>
        <p:nvSpPr>
          <p:cNvPr id="5" name="body">
            <a:extLst xmlns:a="http://schemas.openxmlformats.org/drawingml/2006/main">
              <a:ext uri="{FF2B5EF4-FFF2-40B4-BE49-F238E27FC236}">
                <a16:creationId xmlns:a16="http://schemas.microsoft.com/office/drawing/2014/main" id="{8589045E-8429-462B-AD9F-2BD89E7E8F03}"/>
              </a:ext>
            </a:extLst>
          </p:cNvPr>
          <p:cNvSpPr>
            <a:spLocks xmlns:a="http://schemas.openxmlformats.org/drawingml/2006/main" noGrp="1"/>
          </p:cNvSpPr>
          <p:nvPr/>
        </p:nvSpPr>
        <p:spPr>
          <a:xfrm xmlns:a="http://schemas.openxmlformats.org/drawingml/2006/main">
            <a:off x="762000" y="55721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Makan berbiaya dapat belum terjadwal. Bukti layanan menentukan jadwal makan.</a:t>
            </a:r>
          </a:p>
        </p:txBody>
      </p:sp>
    </p:spTree>
    <p:extLst>
      <p:ext uri="{BB962C8B-B14F-4D97-AF65-F5344CB8AC3E}">
        <p14:creationId xmlns:p14="http://schemas.microsoft.com/office/powerpoint/2010/main" val="1598229772"/>
      </p:ext>
    </p:extLst>
  </p:cSld>
</p:sld>
</file>

<file path=ppt/slides/slide7.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3E0EF5C-589A-4E01-B921-00D16840928D}"/>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93C34"/>
                </a:solidFill>
                <a:latin typeface="Arial"/>
                <a:ea typeface="Arial"/>
                <a:cs typeface="Arial"/>
              </a:defRPr>
            </a:defPPr>
            <a:lvl1pPr>
              <a:defRPr sz="3450" b="1">
                <a:solidFill>
                  <a:srgbClr val="193C34"/>
                </a:solidFill>
                <a:latin typeface="Arial"/>
                <a:ea typeface="Arial"/>
                <a:cs typeface="Arial"/>
              </a:defRPr>
            </a:lvl1pPr>
            <a:lvl2pPr>
              <a:defRPr sz="3450" b="1">
                <a:solidFill>
                  <a:srgbClr val="193C34"/>
                </a:solidFill>
                <a:latin typeface="Arial"/>
                <a:ea typeface="Arial"/>
                <a:cs typeface="Arial"/>
              </a:defRPr>
            </a:lvl2pPr>
            <a:lvl3pPr>
              <a:defRPr sz="3450" b="1">
                <a:solidFill>
                  <a:srgbClr val="193C34"/>
                </a:solidFill>
                <a:latin typeface="Arial"/>
                <a:ea typeface="Arial"/>
                <a:cs typeface="Arial"/>
              </a:defRPr>
            </a:lvl3pPr>
            <a:lvl4pPr>
              <a:defRPr sz="3450" b="1">
                <a:solidFill>
                  <a:srgbClr val="193C34"/>
                </a:solidFill>
                <a:latin typeface="Arial"/>
                <a:ea typeface="Arial"/>
                <a:cs typeface="Arial"/>
              </a:defRPr>
            </a:lvl4pPr>
            <a:lvl5pPr>
              <a:defRPr sz="3450" b="1">
                <a:solidFill>
                  <a:srgbClr val="193C34"/>
                </a:solidFill>
                <a:latin typeface="Arial"/>
                <a:ea typeface="Arial"/>
                <a:cs typeface="Arial"/>
              </a:defRPr>
            </a:lvl5pPr>
            <a:lvl6pPr>
              <a:defRPr sz="3450" b="1">
                <a:solidFill>
                  <a:srgbClr val="193C34"/>
                </a:solidFill>
                <a:latin typeface="Arial"/>
                <a:ea typeface="Arial"/>
                <a:cs typeface="Arial"/>
              </a:defRPr>
            </a:lvl6pPr>
            <a:lvl7pPr>
              <a:defRPr sz="3450" b="1">
                <a:solidFill>
                  <a:srgbClr val="193C34"/>
                </a:solidFill>
                <a:latin typeface="Arial"/>
                <a:ea typeface="Arial"/>
                <a:cs typeface="Arial"/>
              </a:defRPr>
            </a:lvl7pPr>
            <a:lvl8pPr>
              <a:defRPr sz="3450" b="1">
                <a:solidFill>
                  <a:srgbClr val="193C34"/>
                </a:solidFill>
                <a:latin typeface="Arial"/>
                <a:ea typeface="Arial"/>
                <a:cs typeface="Arial"/>
              </a:defRPr>
            </a:lvl8pPr>
            <a:lvl9pPr>
              <a:defRPr sz="3450" b="1">
                <a:solidFill>
                  <a:srgbClr val="193C34"/>
                </a:solidFill>
                <a:latin typeface="Arial"/>
                <a:ea typeface="Arial"/>
                <a:cs typeface="Arial"/>
              </a:defRPr>
            </a:lvl9pPr>
          </a:lstStyle>
          <a:p xmlns:a="http://schemas.openxmlformats.org/drawingml/2006/main">
            <a:pPr>
              <a:defRPr sz="3450" b="1">
                <a:solidFill>
                  <a:srgbClr val="193C34"/>
                </a:solidFill>
                <a:latin typeface="Arial"/>
                <a:ea typeface="Arial"/>
                <a:cs typeface="Arial"/>
              </a:defRPr>
            </a:pPr>
            <a:r>
              <a:rPr sz="3450" b="1">
                <a:solidFill>
                  <a:srgbClr val="193C34"/>
                </a:solidFill>
                <a:latin typeface="Arial"/>
                <a:ea typeface="Arial"/>
                <a:cs typeface="Arial"/>
              </a:rPr>
              <a:t>Pratinjau perubahan dan riwayat revisi</a:t>
            </a:r>
          </a:p>
        </p:txBody>
      </p:sp>
      <p:sp>
        <p:nvSpPr>
          <p:cNvPr id="2" name="body">
            <a:extLst xmlns:a="http://schemas.openxmlformats.org/drawingml/2006/main">
              <a:ext uri="{FF2B5EF4-FFF2-40B4-BE49-F238E27FC236}">
                <a16:creationId xmlns:a16="http://schemas.microsoft.com/office/drawing/2014/main" id="{1AFC1889-5C22-4924-8A96-6C464770C18C}"/>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Setiap komit membuat versi baru. Revert menjalankan validasi terkini.</a:t>
            </a:r>
          </a:p>
        </p:txBody>
      </p:sp>
      <p:sp>
        <p:nvSpPr>
          <p:cNvPr id="3" name="body">
            <a:extLst xmlns:a="http://schemas.openxmlformats.org/drawingml/2006/main">
              <a:ext uri="{FF2B5EF4-FFF2-40B4-BE49-F238E27FC236}">
                <a16:creationId xmlns:a16="http://schemas.microsoft.com/office/drawing/2014/main" id="{9BE18B22-ED44-40E7-9AAD-1499547AC1B8}"/>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07   Wisata Budaya Planner</a:t>
            </a:r>
          </a:p>
        </p:txBody>
      </p:sp>
      <p:pic>
        <p:nvPicPr>
          <p:cNvPr id="4" name="">
            <a:extLst xmlns:a="http://schemas.openxmlformats.org/drawingml/2006/main">
              <a:ext uri="{FF2B5EF4-FFF2-40B4-BE49-F238E27FC236}">
                <a16:creationId xmlns:a16="http://schemas.microsoft.com/office/drawing/2014/main" id="{0AA5AC13-F1C4-451F-8B7E-C5190DEB1AEB}"/>
              </a:ext>
            </a:extLst>
          </p:cNvPr>
          <p:cNvPicPr>
            <a:picLocks xmlns:a="http://schemas.openxmlformats.org/drawingml/2006/main" noChangeAspect="1"/>
          </p:cNvPicPr>
          <p:nvPr/>
        </p:nvPicPr>
        <p:blipFill>
          <a:blip xmlns:r="http://schemas.openxmlformats.org/officeDocument/2006/relationships" xmlns:a="http://schemas.openxmlformats.org/drawingml/2006/main" r:embed="R7db77381ff6f46a0"/>
          <a:stretch xmlns:a="http://schemas.openxmlformats.org/drawingml/2006/main"/>
        </p:blipFill>
        <p:spPr>
          <a:xfrm xmlns:a="http://schemas.openxmlformats.org/drawingml/2006/main">
            <a:off x="6191250" y="2692883"/>
            <a:ext cx="5238750" cy="2948609"/>
          </a:xfrm>
          <a:prstGeom xmlns:a="http://schemas.openxmlformats.org/drawingml/2006/main" prst="rect">
            <a:avLst/>
          </a:prstGeom>
        </p:spPr>
      </p:pic>
      <p:sp>
        <p:nvSpPr>
          <p:cNvPr id="5" name="body">
            <a:extLst xmlns:a="http://schemas.openxmlformats.org/drawingml/2006/main">
              <a:ext uri="{FF2B5EF4-FFF2-40B4-BE49-F238E27FC236}">
                <a16:creationId xmlns:a16="http://schemas.microsoft.com/office/drawing/2014/main" id="{D180FD71-5313-429F-8D7B-430CEA25B4F4}"/>
              </a:ext>
            </a:extLst>
          </p:cNvPr>
          <p:cNvSpPr>
            <a:spLocks xmlns:a="http://schemas.openxmlformats.org/drawingml/2006/main" noGrp="1"/>
          </p:cNvSpPr>
          <p:nvPr/>
        </p:nvSpPr>
        <p:spPr>
          <a:xfrm xmlns:a="http://schemas.openxmlformats.org/drawingml/2006/main">
            <a:off x="742950" y="2514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93C34"/>
                </a:solidFill>
                <a:latin typeface="Arial"/>
                <a:ea typeface="Arial"/>
                <a:cs typeface="Arial"/>
              </a:defRPr>
            </a:defPPr>
            <a:lvl1pPr>
              <a:defRPr sz="3000" b="1">
                <a:solidFill>
                  <a:srgbClr val="193C34"/>
                </a:solidFill>
                <a:latin typeface="Arial"/>
                <a:ea typeface="Arial"/>
                <a:cs typeface="Arial"/>
              </a:defRPr>
            </a:lvl1pPr>
            <a:lvl2pPr>
              <a:defRPr sz="3000" b="1">
                <a:solidFill>
                  <a:srgbClr val="193C34"/>
                </a:solidFill>
                <a:latin typeface="Arial"/>
                <a:ea typeface="Arial"/>
                <a:cs typeface="Arial"/>
              </a:defRPr>
            </a:lvl2pPr>
            <a:lvl3pPr>
              <a:defRPr sz="3000" b="1">
                <a:solidFill>
                  <a:srgbClr val="193C34"/>
                </a:solidFill>
                <a:latin typeface="Arial"/>
                <a:ea typeface="Arial"/>
                <a:cs typeface="Arial"/>
              </a:defRPr>
            </a:lvl3pPr>
            <a:lvl4pPr>
              <a:defRPr sz="3000" b="1">
                <a:solidFill>
                  <a:srgbClr val="193C34"/>
                </a:solidFill>
                <a:latin typeface="Arial"/>
                <a:ea typeface="Arial"/>
                <a:cs typeface="Arial"/>
              </a:defRPr>
            </a:lvl4pPr>
            <a:lvl5pPr>
              <a:defRPr sz="3000" b="1">
                <a:solidFill>
                  <a:srgbClr val="193C34"/>
                </a:solidFill>
                <a:latin typeface="Arial"/>
                <a:ea typeface="Arial"/>
                <a:cs typeface="Arial"/>
              </a:defRPr>
            </a:lvl5pPr>
            <a:lvl6pPr>
              <a:defRPr sz="3000" b="1">
                <a:solidFill>
                  <a:srgbClr val="193C34"/>
                </a:solidFill>
                <a:latin typeface="Arial"/>
                <a:ea typeface="Arial"/>
                <a:cs typeface="Arial"/>
              </a:defRPr>
            </a:lvl6pPr>
            <a:lvl7pPr>
              <a:defRPr sz="3000" b="1">
                <a:solidFill>
                  <a:srgbClr val="193C34"/>
                </a:solidFill>
                <a:latin typeface="Arial"/>
                <a:ea typeface="Arial"/>
                <a:cs typeface="Arial"/>
              </a:defRPr>
            </a:lvl7pPr>
            <a:lvl8pPr>
              <a:defRPr sz="3000" b="1">
                <a:solidFill>
                  <a:srgbClr val="193C34"/>
                </a:solidFill>
                <a:latin typeface="Arial"/>
                <a:ea typeface="Arial"/>
                <a:cs typeface="Arial"/>
              </a:defRPr>
            </a:lvl8pPr>
            <a:lvl9pPr>
              <a:defRPr sz="3000" b="1">
                <a:solidFill>
                  <a:srgbClr val="193C34"/>
                </a:solidFill>
                <a:latin typeface="Arial"/>
                <a:ea typeface="Arial"/>
                <a:cs typeface="Arial"/>
              </a:defRPr>
            </a:lvl9pPr>
          </a:lstStyle>
          <a:p xmlns:a="http://schemas.openxmlformats.org/drawingml/2006/main">
            <a:pPr>
              <a:defRPr sz="3000" b="1">
                <a:solidFill>
                  <a:srgbClr val="193C34"/>
                </a:solidFill>
                <a:latin typeface="Arial"/>
                <a:ea typeface="Arial"/>
                <a:cs typeface="Arial"/>
              </a:defRPr>
            </a:pPr>
            <a:r>
              <a:rPr sz="3000" b="1">
                <a:solidFill>
                  <a:srgbClr val="193C34"/>
                </a:solidFill>
                <a:latin typeface="Arial"/>
                <a:ea typeface="Arial"/>
                <a:cs typeface="Arial"/>
              </a:rPr>
              <a:t>Galeri</a:t>
            </a:r>
          </a:p>
          <a:p xmlns:a="http://schemas.openxmlformats.org/drawingml/2006/main">
            <a:pPr>
              <a:defRPr sz="3000" b="1">
                <a:solidFill>
                  <a:srgbClr val="193C34"/>
                </a:solidFill>
                <a:latin typeface="Arial"/>
                <a:ea typeface="Arial"/>
                <a:cs typeface="Arial"/>
              </a:defRPr>
            </a:pPr>
            <a:r>
              <a:rPr sz="3000" b="1">
                <a:solidFill>
                  <a:srgbClr val="193C34"/>
                </a:solidFill>
                <a:latin typeface="Arial"/>
                <a:ea typeface="Arial"/>
                <a:cs typeface="Arial"/>
              </a:rPr>
              <a:t>Rp280.500</a:t>
            </a:r>
          </a:p>
        </p:txBody>
      </p:sp>
      <p:sp>
        <p:nvSpPr>
          <p:cNvPr id="6" name="body">
            <a:extLst xmlns:a="http://schemas.openxmlformats.org/drawingml/2006/main">
              <a:ext uri="{FF2B5EF4-FFF2-40B4-BE49-F238E27FC236}">
                <a16:creationId xmlns:a16="http://schemas.microsoft.com/office/drawing/2014/main" id="{8DA14A0C-8E7B-478F-AA8D-FBCEC0CA56DC}"/>
              </a:ext>
            </a:extLst>
          </p:cNvPr>
          <p:cNvSpPr>
            <a:spLocks xmlns:a="http://schemas.openxmlformats.org/drawingml/2006/main" noGrp="1"/>
          </p:cNvSpPr>
          <p:nvPr/>
        </p:nvSpPr>
        <p:spPr>
          <a:xfrm xmlns:a="http://schemas.openxmlformats.org/drawingml/2006/main">
            <a:off x="742950" y="3857625"/>
            <a:ext cx="4953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A34F35"/>
                </a:solidFill>
                <a:latin typeface="Arial"/>
                <a:ea typeface="Arial"/>
                <a:cs typeface="Arial"/>
              </a:defRPr>
            </a:defPPr>
            <a:lvl1pPr>
              <a:defRPr sz="3000" b="1">
                <a:solidFill>
                  <a:srgbClr val="A34F35"/>
                </a:solidFill>
                <a:latin typeface="Arial"/>
                <a:ea typeface="Arial"/>
                <a:cs typeface="Arial"/>
              </a:defRPr>
            </a:lvl1pPr>
            <a:lvl2pPr>
              <a:defRPr sz="3000" b="1">
                <a:solidFill>
                  <a:srgbClr val="A34F35"/>
                </a:solidFill>
                <a:latin typeface="Arial"/>
                <a:ea typeface="Arial"/>
                <a:cs typeface="Arial"/>
              </a:defRPr>
            </a:lvl2pPr>
            <a:lvl3pPr>
              <a:defRPr sz="3000" b="1">
                <a:solidFill>
                  <a:srgbClr val="A34F35"/>
                </a:solidFill>
                <a:latin typeface="Arial"/>
                <a:ea typeface="Arial"/>
                <a:cs typeface="Arial"/>
              </a:defRPr>
            </a:lvl3pPr>
            <a:lvl4pPr>
              <a:defRPr sz="3000" b="1">
                <a:solidFill>
                  <a:srgbClr val="A34F35"/>
                </a:solidFill>
                <a:latin typeface="Arial"/>
                <a:ea typeface="Arial"/>
                <a:cs typeface="Arial"/>
              </a:defRPr>
            </a:lvl4pPr>
            <a:lvl5pPr>
              <a:defRPr sz="3000" b="1">
                <a:solidFill>
                  <a:srgbClr val="A34F35"/>
                </a:solidFill>
                <a:latin typeface="Arial"/>
                <a:ea typeface="Arial"/>
                <a:cs typeface="Arial"/>
              </a:defRPr>
            </a:lvl5pPr>
            <a:lvl6pPr>
              <a:defRPr sz="3000" b="1">
                <a:solidFill>
                  <a:srgbClr val="A34F35"/>
                </a:solidFill>
                <a:latin typeface="Arial"/>
                <a:ea typeface="Arial"/>
                <a:cs typeface="Arial"/>
              </a:defRPr>
            </a:lvl6pPr>
            <a:lvl7pPr>
              <a:defRPr sz="3000" b="1">
                <a:solidFill>
                  <a:srgbClr val="A34F35"/>
                </a:solidFill>
                <a:latin typeface="Arial"/>
                <a:ea typeface="Arial"/>
                <a:cs typeface="Arial"/>
              </a:defRPr>
            </a:lvl7pPr>
            <a:lvl8pPr>
              <a:defRPr sz="3000" b="1">
                <a:solidFill>
                  <a:srgbClr val="A34F35"/>
                </a:solidFill>
                <a:latin typeface="Arial"/>
                <a:ea typeface="Arial"/>
                <a:cs typeface="Arial"/>
              </a:defRPr>
            </a:lvl8pPr>
            <a:lvl9pPr>
              <a:defRPr sz="3000" b="1">
                <a:solidFill>
                  <a:srgbClr val="A34F35"/>
                </a:solidFill>
                <a:latin typeface="Arial"/>
                <a:ea typeface="Arial"/>
                <a:cs typeface="Arial"/>
              </a:defRPr>
            </a:lvl9pPr>
          </a:lstStyle>
          <a:p xmlns:a="http://schemas.openxmlformats.org/drawingml/2006/main">
            <a:pPr>
              <a:defRPr sz="3000" b="1">
                <a:solidFill>
                  <a:srgbClr val="A34F35"/>
                </a:solidFill>
                <a:latin typeface="Arial"/>
                <a:ea typeface="Arial"/>
                <a:cs typeface="Arial"/>
              </a:defRPr>
            </a:pPr>
            <a:r>
              <a:rPr sz="3000" b="1">
                <a:solidFill>
                  <a:srgbClr val="A34F35"/>
                </a:solidFill>
                <a:latin typeface="Arial"/>
                <a:ea typeface="Arial"/>
                <a:cs typeface="Arial"/>
              </a:rPr>
              <a:t>Paviliun setelah preview</a:t>
            </a:r>
          </a:p>
          <a:p xmlns:a="http://schemas.openxmlformats.org/drawingml/2006/main">
            <a:pPr>
              <a:defRPr sz="3000" b="1">
                <a:solidFill>
                  <a:srgbClr val="A34F35"/>
                </a:solidFill>
                <a:latin typeface="Arial"/>
                <a:ea typeface="Arial"/>
                <a:cs typeface="Arial"/>
              </a:defRPr>
            </a:pPr>
            <a:r>
              <a:rPr sz="3000" b="1">
                <a:solidFill>
                  <a:srgbClr val="A34F35"/>
                </a:solidFill>
                <a:latin typeface="Arial"/>
                <a:ea typeface="Arial"/>
                <a:cs typeface="Arial"/>
              </a:rPr>
              <a:t>Rp302.500</a:t>
            </a:r>
          </a:p>
        </p:txBody>
      </p:sp>
      <p:sp>
        <p:nvSpPr>
          <p:cNvPr id="7" name="body">
            <a:extLst xmlns:a="http://schemas.openxmlformats.org/drawingml/2006/main">
              <a:ext uri="{FF2B5EF4-FFF2-40B4-BE49-F238E27FC236}">
                <a16:creationId xmlns:a16="http://schemas.microsoft.com/office/drawing/2014/main" id="{071FEE7E-697E-4AA1-976B-170156046C73}"/>
              </a:ext>
            </a:extLst>
          </p:cNvPr>
          <p:cNvSpPr>
            <a:spLocks xmlns:a="http://schemas.openxmlformats.org/drawingml/2006/main" noGrp="1"/>
          </p:cNvSpPr>
          <p:nvPr/>
        </p:nvSpPr>
        <p:spPr>
          <a:xfrm xmlns:a="http://schemas.openxmlformats.org/drawingml/2006/main">
            <a:off x="762000" y="53149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Revert: revisi baru Rp280.500</a:t>
            </a:r>
          </a:p>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Delta waktu, rute, walking dan biaya</a:t>
            </a:r>
          </a:p>
        </p:txBody>
      </p:sp>
      <p:sp>
        <p:nvSpPr>
          <p:cNvPr id="8" name="body">
            <a:extLst xmlns:a="http://schemas.openxmlformats.org/drawingml/2006/main">
              <a:ext uri="{FF2B5EF4-FFF2-40B4-BE49-F238E27FC236}">
                <a16:creationId xmlns:a16="http://schemas.microsoft.com/office/drawing/2014/main" id="{87D11792-A93E-4A89-BC13-97A567BA55F5}"/>
              </a:ext>
            </a:extLst>
          </p:cNvPr>
          <p:cNvSpPr>
            <a:spLocks xmlns:a="http://schemas.openxmlformats.org/drawingml/2006/main" noGrp="1"/>
          </p:cNvSpPr>
          <p:nvPr/>
        </p:nvSpPr>
        <p:spPr>
          <a:xfrm xmlns:a="http://schemas.openxmlformats.org/drawingml/2006/main">
            <a:off x="6334125" y="5991225"/>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Capture loopback E1, editor digunakan ulang</a:t>
            </a:r>
          </a:p>
        </p:txBody>
      </p:sp>
    </p:spTree>
    <p:extLst>
      <p:ext uri="{BB962C8B-B14F-4D97-AF65-F5344CB8AC3E}">
        <p14:creationId xmlns:p14="http://schemas.microsoft.com/office/powerpoint/2010/main" val="547272144"/>
      </p:ext>
    </p:extLst>
  </p:cSld>
</p:sld>
</file>

<file path=ppt/slides/slide8.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CFBE530-1018-4D1F-92F9-E202FB575F17}"/>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93C34"/>
                </a:solidFill>
                <a:latin typeface="Arial"/>
                <a:ea typeface="Arial"/>
                <a:cs typeface="Arial"/>
              </a:defRPr>
            </a:defPPr>
            <a:lvl1pPr>
              <a:defRPr sz="3450" b="1">
                <a:solidFill>
                  <a:srgbClr val="193C34"/>
                </a:solidFill>
                <a:latin typeface="Arial"/>
                <a:ea typeface="Arial"/>
                <a:cs typeface="Arial"/>
              </a:defRPr>
            </a:lvl1pPr>
            <a:lvl2pPr>
              <a:defRPr sz="3450" b="1">
                <a:solidFill>
                  <a:srgbClr val="193C34"/>
                </a:solidFill>
                <a:latin typeface="Arial"/>
                <a:ea typeface="Arial"/>
                <a:cs typeface="Arial"/>
              </a:defRPr>
            </a:lvl2pPr>
            <a:lvl3pPr>
              <a:defRPr sz="3450" b="1">
                <a:solidFill>
                  <a:srgbClr val="193C34"/>
                </a:solidFill>
                <a:latin typeface="Arial"/>
                <a:ea typeface="Arial"/>
                <a:cs typeface="Arial"/>
              </a:defRPr>
            </a:lvl3pPr>
            <a:lvl4pPr>
              <a:defRPr sz="3450" b="1">
                <a:solidFill>
                  <a:srgbClr val="193C34"/>
                </a:solidFill>
                <a:latin typeface="Arial"/>
                <a:ea typeface="Arial"/>
                <a:cs typeface="Arial"/>
              </a:defRPr>
            </a:lvl4pPr>
            <a:lvl5pPr>
              <a:defRPr sz="3450" b="1">
                <a:solidFill>
                  <a:srgbClr val="193C34"/>
                </a:solidFill>
                <a:latin typeface="Arial"/>
                <a:ea typeface="Arial"/>
                <a:cs typeface="Arial"/>
              </a:defRPr>
            </a:lvl5pPr>
            <a:lvl6pPr>
              <a:defRPr sz="3450" b="1">
                <a:solidFill>
                  <a:srgbClr val="193C34"/>
                </a:solidFill>
                <a:latin typeface="Arial"/>
                <a:ea typeface="Arial"/>
                <a:cs typeface="Arial"/>
              </a:defRPr>
            </a:lvl6pPr>
            <a:lvl7pPr>
              <a:defRPr sz="3450" b="1">
                <a:solidFill>
                  <a:srgbClr val="193C34"/>
                </a:solidFill>
                <a:latin typeface="Arial"/>
                <a:ea typeface="Arial"/>
                <a:cs typeface="Arial"/>
              </a:defRPr>
            </a:lvl7pPr>
            <a:lvl8pPr>
              <a:defRPr sz="3450" b="1">
                <a:solidFill>
                  <a:srgbClr val="193C34"/>
                </a:solidFill>
                <a:latin typeface="Arial"/>
                <a:ea typeface="Arial"/>
                <a:cs typeface="Arial"/>
              </a:defRPr>
            </a:lvl8pPr>
            <a:lvl9pPr>
              <a:defRPr sz="3450" b="1">
                <a:solidFill>
                  <a:srgbClr val="193C34"/>
                </a:solidFill>
                <a:latin typeface="Arial"/>
                <a:ea typeface="Arial"/>
                <a:cs typeface="Arial"/>
              </a:defRPr>
            </a:lvl9pPr>
          </a:lstStyle>
          <a:p xmlns:a="http://schemas.openxmlformats.org/drawingml/2006/main">
            <a:pPr>
              <a:defRPr sz="3450" b="1">
                <a:solidFill>
                  <a:srgbClr val="193C34"/>
                </a:solidFill>
                <a:latin typeface="Arial"/>
                <a:ea typeface="Arial"/>
                <a:cs typeface="Arial"/>
              </a:defRPr>
            </a:pPr>
            <a:r>
              <a:rPr sz="3450" b="1">
                <a:solidFill>
                  <a:srgbClr val="193C34"/>
                </a:solidFill>
                <a:latin typeface="Arial"/>
                <a:ea typeface="Arial"/>
                <a:cs typeface="Arial"/>
              </a:rPr>
              <a:t>Bukti dan tanggung jawab editorial</a:t>
            </a:r>
          </a:p>
        </p:txBody>
      </p:sp>
      <p:sp>
        <p:nvSpPr>
          <p:cNvPr id="2" name="body">
            <a:extLst xmlns:a="http://schemas.openxmlformats.org/drawingml/2006/main">
              <a:ext uri="{FF2B5EF4-FFF2-40B4-BE49-F238E27FC236}">
                <a16:creationId xmlns:a16="http://schemas.microsoft.com/office/drawing/2014/main" id="{0FFC8531-DB8D-49B4-8EF1-D8D56803E5C2}"/>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Peran dan approval pada demo adalah simulasi, bukan penunjukan manusia nyata</a:t>
            </a:r>
          </a:p>
        </p:txBody>
      </p:sp>
      <p:sp>
        <p:nvSpPr>
          <p:cNvPr id="3" name="body">
            <a:extLst xmlns:a="http://schemas.openxmlformats.org/drawingml/2006/main">
              <a:ext uri="{FF2B5EF4-FFF2-40B4-BE49-F238E27FC236}">
                <a16:creationId xmlns:a16="http://schemas.microsoft.com/office/drawing/2014/main" id="{65B01F9F-0DD1-49FC-8430-E55FD91BED8C}"/>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08   Wisata Budaya Planner</a:t>
            </a:r>
          </a:p>
        </p:txBody>
      </p:sp>
      <p:pic>
        <p:nvPicPr>
          <p:cNvPr id="4" name="">
            <a:extLst xmlns:a="http://schemas.openxmlformats.org/drawingml/2006/main">
              <a:ext uri="{FF2B5EF4-FFF2-40B4-BE49-F238E27FC236}">
                <a16:creationId xmlns:a16="http://schemas.microsoft.com/office/drawing/2014/main" id="{C3AE75FF-BC55-45B7-B1BE-0F1A9EC390AA}"/>
              </a:ext>
            </a:extLst>
          </p:cNvPr>
          <p:cNvPicPr>
            <a:picLocks xmlns:a="http://schemas.openxmlformats.org/drawingml/2006/main" noChangeAspect="1"/>
          </p:cNvPicPr>
          <p:nvPr/>
        </p:nvPicPr>
        <p:blipFill>
          <a:blip xmlns:r="http://schemas.openxmlformats.org/officeDocument/2006/relationships" xmlns:a="http://schemas.openxmlformats.org/drawingml/2006/main" r:embed="R4b1b09e6827d4903"/>
          <a:stretch xmlns:a="http://schemas.openxmlformats.org/drawingml/2006/main"/>
        </p:blipFill>
        <p:spPr>
          <a:xfrm xmlns:a="http://schemas.openxmlformats.org/drawingml/2006/main">
            <a:off x="6262688" y="2381250"/>
            <a:ext cx="5143500" cy="3571875"/>
          </a:xfrm>
          <a:prstGeom xmlns:a="http://schemas.openxmlformats.org/drawingml/2006/main" prst="rect">
            <a:avLst/>
          </a:prstGeom>
        </p:spPr>
      </p:pic>
      <p:sp>
        <p:nvSpPr>
          <p:cNvPr id="5" name="body">
            <a:extLst xmlns:a="http://schemas.openxmlformats.org/drawingml/2006/main">
              <a:ext uri="{FF2B5EF4-FFF2-40B4-BE49-F238E27FC236}">
                <a16:creationId xmlns:a16="http://schemas.microsoft.com/office/drawing/2014/main" id="{CA81FC9C-63C3-44DC-B48A-43BD2B17347C}"/>
              </a:ext>
            </a:extLst>
          </p:cNvPr>
          <p:cNvSpPr>
            <a:spLocks xmlns:a="http://schemas.openxmlformats.org/drawingml/2006/main" noGrp="1"/>
          </p:cNvSpPr>
          <p:nvPr/>
        </p:nvSpPr>
        <p:spPr>
          <a:xfrm xmlns:a="http://schemas.openxmlformats.org/drawingml/2006/main">
            <a:off x="742950" y="24765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Bukti per field</a:t>
            </a:r>
          </a:p>
        </p:txBody>
      </p:sp>
      <p:sp>
        <p:nvSpPr>
          <p:cNvPr id="6" name="body">
            <a:extLst xmlns:a="http://schemas.openxmlformats.org/drawingml/2006/main">
              <a:ext uri="{FF2B5EF4-FFF2-40B4-BE49-F238E27FC236}">
                <a16:creationId xmlns:a16="http://schemas.microsoft.com/office/drawing/2014/main" id="{4223F05F-A3BE-4E03-88B2-536AC249AC7F}"/>
              </a:ext>
            </a:extLst>
          </p:cNvPr>
          <p:cNvSpPr>
            <a:spLocks xmlns:a="http://schemas.openxmlformats.org/drawingml/2006/main" noGrp="1"/>
          </p:cNvSpPr>
          <p:nvPr/>
        </p:nvSpPr>
        <p:spPr>
          <a:xfrm xmlns:a="http://schemas.openxmlformats.org/drawingml/2006/main">
            <a:off x="742950" y="29337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Referensi immutable dan kepala bukti terkini mengendalikan kelayakan.</a:t>
            </a:r>
          </a:p>
        </p:txBody>
      </p:sp>
      <p:sp>
        <p:nvSpPr>
          <p:cNvPr id="7" name="body">
            <a:extLst xmlns:a="http://schemas.openxmlformats.org/drawingml/2006/main">
              <a:ext uri="{FF2B5EF4-FFF2-40B4-BE49-F238E27FC236}">
                <a16:creationId xmlns:a16="http://schemas.microsoft.com/office/drawing/2014/main" id="{C0F98177-0054-423B-BA5E-E12C1AA209CB}"/>
              </a:ext>
            </a:extLst>
          </p:cNvPr>
          <p:cNvSpPr>
            <a:spLocks xmlns:a="http://schemas.openxmlformats.org/drawingml/2006/main" noGrp="1"/>
          </p:cNvSpPr>
          <p:nvPr/>
        </p:nvSpPr>
        <p:spPr>
          <a:xfrm xmlns:a="http://schemas.openxmlformats.org/drawingml/2006/main">
            <a:off x="742950" y="39243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Review dan penarikan</a:t>
            </a:r>
          </a:p>
        </p:txBody>
      </p:sp>
      <p:sp>
        <p:nvSpPr>
          <p:cNvPr id="8" name="body">
            <a:extLst xmlns:a="http://schemas.openxmlformats.org/drawingml/2006/main">
              <a:ext uri="{FF2B5EF4-FFF2-40B4-BE49-F238E27FC236}">
                <a16:creationId xmlns:a16="http://schemas.microsoft.com/office/drawing/2014/main" id="{18325F1F-36B7-43B5-913D-81243D8EFA48}"/>
              </a:ext>
            </a:extLst>
          </p:cNvPr>
          <p:cNvSpPr>
            <a:spLocks xmlns:a="http://schemas.openxmlformats.org/drawingml/2006/main" noGrp="1"/>
          </p:cNvSpPr>
          <p:nvPr/>
        </p:nvSpPr>
        <p:spPr>
          <a:xfrm xmlns:a="http://schemas.openxmlformats.org/drawingml/2006/main">
            <a:off x="742950" y="43815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Self-approval ditolak. Withdrawal menarik kelayakan tanpa menimpa body revisi lama.</a:t>
            </a:r>
          </a:p>
        </p:txBody>
      </p:sp>
      <p:sp>
        <p:nvSpPr>
          <p:cNvPr id="9" name="body">
            <a:extLst xmlns:a="http://schemas.openxmlformats.org/drawingml/2006/main">
              <a:ext uri="{FF2B5EF4-FFF2-40B4-BE49-F238E27FC236}">
                <a16:creationId xmlns:a16="http://schemas.microsoft.com/office/drawing/2014/main" id="{5461D4FE-2B8D-4329-B847-D4E2BF23A755}"/>
              </a:ext>
            </a:extLst>
          </p:cNvPr>
          <p:cNvSpPr>
            <a:spLocks xmlns:a="http://schemas.openxmlformats.org/drawingml/2006/main" noGrp="1"/>
          </p:cNvSpPr>
          <p:nvPr/>
        </p:nvSpPr>
        <p:spPr>
          <a:xfrm xmlns:a="http://schemas.openxmlformats.org/drawingml/2006/main">
            <a:off x="762000" y="5562600"/>
            <a:ext cx="504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A34F35"/>
                </a:solidFill>
                <a:latin typeface="Arial"/>
                <a:ea typeface="Arial"/>
                <a:cs typeface="Arial"/>
              </a:defRPr>
            </a:defPPr>
            <a:lvl1pPr>
              <a:defRPr sz="1725" b="1">
                <a:solidFill>
                  <a:srgbClr val="A34F35"/>
                </a:solidFill>
                <a:latin typeface="Arial"/>
                <a:ea typeface="Arial"/>
                <a:cs typeface="Arial"/>
              </a:defRPr>
            </a:lvl1pPr>
            <a:lvl2pPr>
              <a:defRPr sz="1725" b="1">
                <a:solidFill>
                  <a:srgbClr val="A34F35"/>
                </a:solidFill>
                <a:latin typeface="Arial"/>
                <a:ea typeface="Arial"/>
                <a:cs typeface="Arial"/>
              </a:defRPr>
            </a:lvl2pPr>
            <a:lvl3pPr>
              <a:defRPr sz="1725" b="1">
                <a:solidFill>
                  <a:srgbClr val="A34F35"/>
                </a:solidFill>
                <a:latin typeface="Arial"/>
                <a:ea typeface="Arial"/>
                <a:cs typeface="Arial"/>
              </a:defRPr>
            </a:lvl3pPr>
            <a:lvl4pPr>
              <a:defRPr sz="1725" b="1">
                <a:solidFill>
                  <a:srgbClr val="A34F35"/>
                </a:solidFill>
                <a:latin typeface="Arial"/>
                <a:ea typeface="Arial"/>
                <a:cs typeface="Arial"/>
              </a:defRPr>
            </a:lvl4pPr>
            <a:lvl5pPr>
              <a:defRPr sz="1725" b="1">
                <a:solidFill>
                  <a:srgbClr val="A34F35"/>
                </a:solidFill>
                <a:latin typeface="Arial"/>
                <a:ea typeface="Arial"/>
                <a:cs typeface="Arial"/>
              </a:defRPr>
            </a:lvl5pPr>
            <a:lvl6pPr>
              <a:defRPr sz="1725" b="1">
                <a:solidFill>
                  <a:srgbClr val="A34F35"/>
                </a:solidFill>
                <a:latin typeface="Arial"/>
                <a:ea typeface="Arial"/>
                <a:cs typeface="Arial"/>
              </a:defRPr>
            </a:lvl6pPr>
            <a:lvl7pPr>
              <a:defRPr sz="1725" b="1">
                <a:solidFill>
                  <a:srgbClr val="A34F35"/>
                </a:solidFill>
                <a:latin typeface="Arial"/>
                <a:ea typeface="Arial"/>
                <a:cs typeface="Arial"/>
              </a:defRPr>
            </a:lvl7pPr>
            <a:lvl8pPr>
              <a:defRPr sz="1725" b="1">
                <a:solidFill>
                  <a:srgbClr val="A34F35"/>
                </a:solidFill>
                <a:latin typeface="Arial"/>
                <a:ea typeface="Arial"/>
                <a:cs typeface="Arial"/>
              </a:defRPr>
            </a:lvl8pPr>
            <a:lvl9pPr>
              <a:defRPr sz="1725" b="1">
                <a:solidFill>
                  <a:srgbClr val="A34F35"/>
                </a:solidFill>
                <a:latin typeface="Arial"/>
                <a:ea typeface="Arial"/>
                <a:cs typeface="Arial"/>
              </a:defRPr>
            </a:lvl9pPr>
          </a:lstStyle>
          <a:p xmlns:a="http://schemas.openxmlformats.org/drawingml/2006/main">
            <a:pPr>
              <a:defRPr sz="1725" b="1">
                <a:solidFill>
                  <a:srgbClr val="A34F35"/>
                </a:solidFill>
                <a:latin typeface="Arial"/>
                <a:ea typeface="Arial"/>
                <a:cs typeface="Arial"/>
              </a:defRPr>
            </a:pPr>
            <a:r>
              <a:rPr sz="1725" b="1">
                <a:solidFill>
                  <a:srgbClr val="A34F35"/>
                </a:solidFill>
                <a:latin typeface="Arial"/>
                <a:ea typeface="Arial"/>
                <a:cs typeface="Arial"/>
              </a:rPr>
              <a:t>6 lead riset nyata tetap dikarantina</a:t>
            </a:r>
          </a:p>
          <a:p xmlns:a="http://schemas.openxmlformats.org/drawingml/2006/main">
            <a:pPr>
              <a:defRPr sz="1725" b="1">
                <a:solidFill>
                  <a:srgbClr val="A34F35"/>
                </a:solidFill>
                <a:latin typeface="Arial"/>
                <a:ea typeface="Arial"/>
                <a:cs typeface="Arial"/>
              </a:defRPr>
            </a:pPr>
            <a:r>
              <a:rPr sz="1725" b="1">
                <a:solidFill>
                  <a:srgbClr val="A34F35"/>
                </a:solidFill>
                <a:latin typeface="Arial"/>
                <a:ea typeface="Arial"/>
                <a:cs typeface="Arial"/>
              </a:rPr>
              <a:t>Reviewer independen belum ditunjuk</a:t>
            </a:r>
          </a:p>
        </p:txBody>
      </p:sp>
      <p:sp>
        <p:nvSpPr>
          <p:cNvPr id="10" name="body">
            <a:extLst xmlns:a="http://schemas.openxmlformats.org/drawingml/2006/main">
              <a:ext uri="{FF2B5EF4-FFF2-40B4-BE49-F238E27FC236}">
                <a16:creationId xmlns:a16="http://schemas.microsoft.com/office/drawing/2014/main" id="{D1BC5774-825B-4539-8705-162992DB169A}"/>
              </a:ext>
            </a:extLst>
          </p:cNvPr>
          <p:cNvSpPr>
            <a:spLocks xmlns:a="http://schemas.openxmlformats.org/drawingml/2006/main" noGrp="1"/>
          </p:cNvSpPr>
          <p:nvPr/>
        </p:nvSpPr>
        <p:spPr>
          <a:xfrm xmlns:a="http://schemas.openxmlformats.org/drawingml/2006/main">
            <a:off x="6353175" y="5991225"/>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Capture loopback historis</a:t>
            </a:r>
          </a:p>
        </p:txBody>
      </p:sp>
    </p:spTree>
    <p:extLst>
      <p:ext uri="{BB962C8B-B14F-4D97-AF65-F5344CB8AC3E}">
        <p14:creationId xmlns:p14="http://schemas.microsoft.com/office/powerpoint/2010/main" val="957231245"/>
      </p:ext>
    </p:extLst>
  </p:cSld>
</p:sld>
</file>

<file path=ppt/slides/slide9.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4218665D-A2AD-45E3-8C3F-918A478C4542}"/>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7F3E9"/>
                </a:solidFill>
                <a:latin typeface="Arial"/>
                <a:ea typeface="Arial"/>
                <a:cs typeface="Arial"/>
              </a:defRPr>
            </a:defPPr>
            <a:lvl1pPr>
              <a:defRPr sz="3450" b="1">
                <a:solidFill>
                  <a:srgbClr val="F7F3E9"/>
                </a:solidFill>
                <a:latin typeface="Arial"/>
                <a:ea typeface="Arial"/>
                <a:cs typeface="Arial"/>
              </a:defRPr>
            </a:lvl1pPr>
            <a:lvl2pPr>
              <a:defRPr sz="3450" b="1">
                <a:solidFill>
                  <a:srgbClr val="F7F3E9"/>
                </a:solidFill>
                <a:latin typeface="Arial"/>
                <a:ea typeface="Arial"/>
                <a:cs typeface="Arial"/>
              </a:defRPr>
            </a:lvl2pPr>
            <a:lvl3pPr>
              <a:defRPr sz="3450" b="1">
                <a:solidFill>
                  <a:srgbClr val="F7F3E9"/>
                </a:solidFill>
                <a:latin typeface="Arial"/>
                <a:ea typeface="Arial"/>
                <a:cs typeface="Arial"/>
              </a:defRPr>
            </a:lvl3pPr>
            <a:lvl4pPr>
              <a:defRPr sz="3450" b="1">
                <a:solidFill>
                  <a:srgbClr val="F7F3E9"/>
                </a:solidFill>
                <a:latin typeface="Arial"/>
                <a:ea typeface="Arial"/>
                <a:cs typeface="Arial"/>
              </a:defRPr>
            </a:lvl4pPr>
            <a:lvl5pPr>
              <a:defRPr sz="3450" b="1">
                <a:solidFill>
                  <a:srgbClr val="F7F3E9"/>
                </a:solidFill>
                <a:latin typeface="Arial"/>
                <a:ea typeface="Arial"/>
                <a:cs typeface="Arial"/>
              </a:defRPr>
            </a:lvl5pPr>
            <a:lvl6pPr>
              <a:defRPr sz="3450" b="1">
                <a:solidFill>
                  <a:srgbClr val="F7F3E9"/>
                </a:solidFill>
                <a:latin typeface="Arial"/>
                <a:ea typeface="Arial"/>
                <a:cs typeface="Arial"/>
              </a:defRPr>
            </a:lvl6pPr>
            <a:lvl7pPr>
              <a:defRPr sz="3450" b="1">
                <a:solidFill>
                  <a:srgbClr val="F7F3E9"/>
                </a:solidFill>
                <a:latin typeface="Arial"/>
                <a:ea typeface="Arial"/>
                <a:cs typeface="Arial"/>
              </a:defRPr>
            </a:lvl7pPr>
            <a:lvl8pPr>
              <a:defRPr sz="3450" b="1">
                <a:solidFill>
                  <a:srgbClr val="F7F3E9"/>
                </a:solidFill>
                <a:latin typeface="Arial"/>
                <a:ea typeface="Arial"/>
                <a:cs typeface="Arial"/>
              </a:defRPr>
            </a:lvl8pPr>
            <a:lvl9pPr>
              <a:defRPr sz="3450" b="1">
                <a:solidFill>
                  <a:srgbClr val="F7F3E9"/>
                </a:solidFill>
                <a:latin typeface="Arial"/>
                <a:ea typeface="Arial"/>
                <a:cs typeface="Arial"/>
              </a:defRPr>
            </a:lvl9pPr>
          </a:lstStyle>
          <a:p xmlns:a="http://schemas.openxmlformats.org/drawingml/2006/main">
            <a:pPr>
              <a:defRPr sz="3450" b="1">
                <a:solidFill>
                  <a:srgbClr val="F7F3E9"/>
                </a:solidFill>
                <a:latin typeface="Arial"/>
                <a:ea typeface="Arial"/>
                <a:cs typeface="Arial"/>
              </a:defRPr>
            </a:pPr>
            <a:r>
              <a:rPr sz="3450" b="1">
                <a:solidFill>
                  <a:srgbClr val="F7F3E9"/>
                </a:solidFill>
                <a:latin typeface="Arial"/>
                <a:ea typeface="Arial"/>
                <a:cs typeface="Arial"/>
              </a:rPr>
              <a:t>Pengujian berdasarkan risiko</a:t>
            </a:r>
          </a:p>
        </p:txBody>
      </p:sp>
      <p:sp>
        <p:nvSpPr>
          <p:cNvPr id="2" name="body">
            <a:extLst xmlns:a="http://schemas.openxmlformats.org/drawingml/2006/main">
              <a:ext uri="{FF2B5EF4-FFF2-40B4-BE49-F238E27FC236}">
                <a16:creationId xmlns:a16="http://schemas.microsoft.com/office/drawing/2014/main" id="{B23BA3A9-4C1B-4699-9628-89C16E1B9857}"/>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E6DB"/>
                </a:solidFill>
                <a:latin typeface="Arial"/>
                <a:ea typeface="Arial"/>
                <a:cs typeface="Arial"/>
              </a:defRPr>
            </a:defPPr>
            <a:lvl1pPr>
              <a:defRPr sz="1875" b="0">
                <a:solidFill>
                  <a:srgbClr val="D8E6DB"/>
                </a:solidFill>
                <a:latin typeface="Arial"/>
                <a:ea typeface="Arial"/>
                <a:cs typeface="Arial"/>
              </a:defRPr>
            </a:lvl1pPr>
            <a:lvl2pPr>
              <a:defRPr sz="1875" b="0">
                <a:solidFill>
                  <a:srgbClr val="D8E6DB"/>
                </a:solidFill>
                <a:latin typeface="Arial"/>
                <a:ea typeface="Arial"/>
                <a:cs typeface="Arial"/>
              </a:defRPr>
            </a:lvl2pPr>
            <a:lvl3pPr>
              <a:defRPr sz="1875" b="0">
                <a:solidFill>
                  <a:srgbClr val="D8E6DB"/>
                </a:solidFill>
                <a:latin typeface="Arial"/>
                <a:ea typeface="Arial"/>
                <a:cs typeface="Arial"/>
              </a:defRPr>
            </a:lvl3pPr>
            <a:lvl4pPr>
              <a:defRPr sz="1875" b="0">
                <a:solidFill>
                  <a:srgbClr val="D8E6DB"/>
                </a:solidFill>
                <a:latin typeface="Arial"/>
                <a:ea typeface="Arial"/>
                <a:cs typeface="Arial"/>
              </a:defRPr>
            </a:lvl4pPr>
            <a:lvl5pPr>
              <a:defRPr sz="1875" b="0">
                <a:solidFill>
                  <a:srgbClr val="D8E6DB"/>
                </a:solidFill>
                <a:latin typeface="Arial"/>
                <a:ea typeface="Arial"/>
                <a:cs typeface="Arial"/>
              </a:defRPr>
            </a:lvl5pPr>
            <a:lvl6pPr>
              <a:defRPr sz="1875" b="0">
                <a:solidFill>
                  <a:srgbClr val="D8E6DB"/>
                </a:solidFill>
                <a:latin typeface="Arial"/>
                <a:ea typeface="Arial"/>
                <a:cs typeface="Arial"/>
              </a:defRPr>
            </a:lvl6pPr>
            <a:lvl7pPr>
              <a:defRPr sz="1875" b="0">
                <a:solidFill>
                  <a:srgbClr val="D8E6DB"/>
                </a:solidFill>
                <a:latin typeface="Arial"/>
                <a:ea typeface="Arial"/>
                <a:cs typeface="Arial"/>
              </a:defRPr>
            </a:lvl7pPr>
            <a:lvl8pPr>
              <a:defRPr sz="1875" b="0">
                <a:solidFill>
                  <a:srgbClr val="D8E6DB"/>
                </a:solidFill>
                <a:latin typeface="Arial"/>
                <a:ea typeface="Arial"/>
                <a:cs typeface="Arial"/>
              </a:defRPr>
            </a:lvl8pPr>
            <a:lvl9pPr>
              <a:defRPr sz="1875" b="0">
                <a:solidFill>
                  <a:srgbClr val="D8E6DB"/>
                </a:solidFill>
                <a:latin typeface="Arial"/>
                <a:ea typeface="Arial"/>
                <a:cs typeface="Arial"/>
              </a:defRPr>
            </a:lvl9pPr>
          </a:lstStyle>
          <a:p xmlns:a="http://schemas.openxmlformats.org/drawingml/2006/main">
            <a:pPr>
              <a:defRPr sz="1875" b="0">
                <a:solidFill>
                  <a:srgbClr val="D8E6DB"/>
                </a:solidFill>
                <a:latin typeface="Arial"/>
                <a:ea typeface="Arial"/>
                <a:cs typeface="Arial"/>
              </a:defRPr>
            </a:pPr>
            <a:r>
              <a:rPr sz="1875" b="0">
                <a:solidFill>
                  <a:srgbClr val="D8E6DB"/>
                </a:solidFill>
                <a:latin typeface="Arial"/>
                <a:ea typeface="Arial"/>
                <a:cs typeface="Arial"/>
              </a:rPr>
              <a:t>QA lokal konfigurasi kompetisi. Fixture dan mock, tanpa panggilan live.</a:t>
            </a:r>
          </a:p>
        </p:txBody>
      </p:sp>
      <p:sp>
        <p:nvSpPr>
          <p:cNvPr id="3" name="body">
            <a:extLst xmlns:a="http://schemas.openxmlformats.org/drawingml/2006/main">
              <a:ext uri="{FF2B5EF4-FFF2-40B4-BE49-F238E27FC236}">
                <a16:creationId xmlns:a16="http://schemas.microsoft.com/office/drawing/2014/main" id="{50FF79E4-A98B-4D55-9902-6BA687098F15}"/>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3DDCF"/>
                </a:solidFill>
                <a:latin typeface="Arial"/>
                <a:ea typeface="Arial"/>
                <a:cs typeface="Arial"/>
              </a:defRPr>
            </a:defPPr>
            <a:lvl1pPr>
              <a:defRPr sz="1275" b="0">
                <a:solidFill>
                  <a:srgbClr val="D3DDCF"/>
                </a:solidFill>
                <a:latin typeface="Arial"/>
                <a:ea typeface="Arial"/>
                <a:cs typeface="Arial"/>
              </a:defRPr>
            </a:lvl1pPr>
            <a:lvl2pPr>
              <a:defRPr sz="1275" b="0">
                <a:solidFill>
                  <a:srgbClr val="D3DDCF"/>
                </a:solidFill>
                <a:latin typeface="Arial"/>
                <a:ea typeface="Arial"/>
                <a:cs typeface="Arial"/>
              </a:defRPr>
            </a:lvl2pPr>
            <a:lvl3pPr>
              <a:defRPr sz="1275" b="0">
                <a:solidFill>
                  <a:srgbClr val="D3DDCF"/>
                </a:solidFill>
                <a:latin typeface="Arial"/>
                <a:ea typeface="Arial"/>
                <a:cs typeface="Arial"/>
              </a:defRPr>
            </a:lvl3pPr>
            <a:lvl4pPr>
              <a:defRPr sz="1275" b="0">
                <a:solidFill>
                  <a:srgbClr val="D3DDCF"/>
                </a:solidFill>
                <a:latin typeface="Arial"/>
                <a:ea typeface="Arial"/>
                <a:cs typeface="Arial"/>
              </a:defRPr>
            </a:lvl4pPr>
            <a:lvl5pPr>
              <a:defRPr sz="1275" b="0">
                <a:solidFill>
                  <a:srgbClr val="D3DDCF"/>
                </a:solidFill>
                <a:latin typeface="Arial"/>
                <a:ea typeface="Arial"/>
                <a:cs typeface="Arial"/>
              </a:defRPr>
            </a:lvl5pPr>
            <a:lvl6pPr>
              <a:defRPr sz="1275" b="0">
                <a:solidFill>
                  <a:srgbClr val="D3DDCF"/>
                </a:solidFill>
                <a:latin typeface="Arial"/>
                <a:ea typeface="Arial"/>
                <a:cs typeface="Arial"/>
              </a:defRPr>
            </a:lvl6pPr>
            <a:lvl7pPr>
              <a:defRPr sz="1275" b="0">
                <a:solidFill>
                  <a:srgbClr val="D3DDCF"/>
                </a:solidFill>
                <a:latin typeface="Arial"/>
                <a:ea typeface="Arial"/>
                <a:cs typeface="Arial"/>
              </a:defRPr>
            </a:lvl7pPr>
            <a:lvl8pPr>
              <a:defRPr sz="1275" b="0">
                <a:solidFill>
                  <a:srgbClr val="D3DDCF"/>
                </a:solidFill>
                <a:latin typeface="Arial"/>
                <a:ea typeface="Arial"/>
                <a:cs typeface="Arial"/>
              </a:defRPr>
            </a:lvl8pPr>
            <a:lvl9pPr>
              <a:defRPr sz="1275" b="0">
                <a:solidFill>
                  <a:srgbClr val="D3DDCF"/>
                </a:solidFill>
                <a:latin typeface="Arial"/>
                <a:ea typeface="Arial"/>
                <a:cs typeface="Arial"/>
              </a:defRPr>
            </a:lvl9pPr>
          </a:lstStyle>
          <a:p xmlns:a="http://schemas.openxmlformats.org/drawingml/2006/main">
            <a:pPr>
              <a:defRPr sz="1275" b="0">
                <a:solidFill>
                  <a:srgbClr val="D3DDCF"/>
                </a:solidFill>
                <a:latin typeface="Arial"/>
                <a:ea typeface="Arial"/>
                <a:cs typeface="Arial"/>
              </a:defRPr>
            </a:pPr>
            <a:r>
              <a:rPr sz="1275" b="0">
                <a:solidFill>
                  <a:srgbClr val="D3DDCF"/>
                </a:solidFill>
                <a:latin typeface="Arial"/>
                <a:ea typeface="Arial"/>
                <a:cs typeface="Arial"/>
              </a:rPr>
              <a:t>09   Wisata Budaya Planner</a:t>
            </a:r>
          </a:p>
        </p:txBody>
      </p:sp>
      <p:sp>
        <p:nvSpPr>
          <p:cNvPr id="4" name="body">
            <a:extLst xmlns:a="http://schemas.openxmlformats.org/drawingml/2006/main">
              <a:ext uri="{FF2B5EF4-FFF2-40B4-BE49-F238E27FC236}">
                <a16:creationId xmlns:a16="http://schemas.microsoft.com/office/drawing/2014/main" id="{4B457FE3-B80F-4C53-AB65-23F88948549E}"/>
              </a:ext>
            </a:extLst>
          </p:cNvPr>
          <p:cNvSpPr>
            <a:spLocks xmlns:a="http://schemas.openxmlformats.org/drawingml/2006/main" noGrp="1"/>
          </p:cNvSpPr>
          <p:nvPr/>
        </p:nvSpPr>
        <p:spPr>
          <a:xfrm xmlns:a="http://schemas.openxmlformats.org/drawingml/2006/main">
            <a:off x="742950" y="2714625"/>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550" b="1">
                <a:solidFill>
                  <a:srgbClr val="F7F3E9"/>
                </a:solidFill>
                <a:latin typeface="Arial"/>
                <a:ea typeface="Arial"/>
                <a:cs typeface="Arial"/>
              </a:defRPr>
            </a:defPPr>
            <a:lvl1pPr>
              <a:defRPr sz="5550" b="1">
                <a:solidFill>
                  <a:srgbClr val="F7F3E9"/>
                </a:solidFill>
                <a:latin typeface="Arial"/>
                <a:ea typeface="Arial"/>
                <a:cs typeface="Arial"/>
              </a:defRPr>
            </a:lvl1pPr>
            <a:lvl2pPr>
              <a:defRPr sz="5550" b="1">
                <a:solidFill>
                  <a:srgbClr val="F7F3E9"/>
                </a:solidFill>
                <a:latin typeface="Arial"/>
                <a:ea typeface="Arial"/>
                <a:cs typeface="Arial"/>
              </a:defRPr>
            </a:lvl2pPr>
            <a:lvl3pPr>
              <a:defRPr sz="5550" b="1">
                <a:solidFill>
                  <a:srgbClr val="F7F3E9"/>
                </a:solidFill>
                <a:latin typeface="Arial"/>
                <a:ea typeface="Arial"/>
                <a:cs typeface="Arial"/>
              </a:defRPr>
            </a:lvl3pPr>
            <a:lvl4pPr>
              <a:defRPr sz="5550" b="1">
                <a:solidFill>
                  <a:srgbClr val="F7F3E9"/>
                </a:solidFill>
                <a:latin typeface="Arial"/>
                <a:ea typeface="Arial"/>
                <a:cs typeface="Arial"/>
              </a:defRPr>
            </a:lvl4pPr>
            <a:lvl5pPr>
              <a:defRPr sz="5550" b="1">
                <a:solidFill>
                  <a:srgbClr val="F7F3E9"/>
                </a:solidFill>
                <a:latin typeface="Arial"/>
                <a:ea typeface="Arial"/>
                <a:cs typeface="Arial"/>
              </a:defRPr>
            </a:lvl5pPr>
            <a:lvl6pPr>
              <a:defRPr sz="5550" b="1">
                <a:solidFill>
                  <a:srgbClr val="F7F3E9"/>
                </a:solidFill>
                <a:latin typeface="Arial"/>
                <a:ea typeface="Arial"/>
                <a:cs typeface="Arial"/>
              </a:defRPr>
            </a:lvl6pPr>
            <a:lvl7pPr>
              <a:defRPr sz="5550" b="1">
                <a:solidFill>
                  <a:srgbClr val="F7F3E9"/>
                </a:solidFill>
                <a:latin typeface="Arial"/>
                <a:ea typeface="Arial"/>
                <a:cs typeface="Arial"/>
              </a:defRPr>
            </a:lvl7pPr>
            <a:lvl8pPr>
              <a:defRPr sz="5550" b="1">
                <a:solidFill>
                  <a:srgbClr val="F7F3E9"/>
                </a:solidFill>
                <a:latin typeface="Arial"/>
                <a:ea typeface="Arial"/>
                <a:cs typeface="Arial"/>
              </a:defRPr>
            </a:lvl8pPr>
            <a:lvl9pPr>
              <a:defRPr sz="5550" b="1">
                <a:solidFill>
                  <a:srgbClr val="F7F3E9"/>
                </a:solidFill>
                <a:latin typeface="Arial"/>
                <a:ea typeface="Arial"/>
                <a:cs typeface="Arial"/>
              </a:defRPr>
            </a:lvl9pPr>
          </a:lstStyle>
          <a:p xmlns:a="http://schemas.openxmlformats.org/drawingml/2006/main">
            <a:pPr>
              <a:defRPr sz="5550" b="1">
                <a:solidFill>
                  <a:srgbClr val="F7F3E9"/>
                </a:solidFill>
                <a:latin typeface="Arial"/>
                <a:ea typeface="Arial"/>
                <a:cs typeface="Arial"/>
              </a:defRPr>
            </a:pPr>
            <a:r>
              <a:rPr sz="5550" b="1">
                <a:solidFill>
                  <a:srgbClr val="F7F3E9"/>
                </a:solidFill>
                <a:latin typeface="Arial"/>
                <a:ea typeface="Arial"/>
                <a:cs typeface="Arial"/>
              </a:rPr>
              <a:t>571</a:t>
            </a:r>
          </a:p>
        </p:txBody>
      </p:sp>
      <p:sp>
        <p:nvSpPr>
          <p:cNvPr id="5" name="body">
            <a:extLst xmlns:a="http://schemas.openxmlformats.org/drawingml/2006/main">
              <a:ext uri="{FF2B5EF4-FFF2-40B4-BE49-F238E27FC236}">
                <a16:creationId xmlns:a16="http://schemas.microsoft.com/office/drawing/2014/main" id="{7C44615A-7D73-464C-96A0-A75A67F21D99}"/>
              </a:ext>
            </a:extLst>
          </p:cNvPr>
          <p:cNvSpPr>
            <a:spLocks xmlns:a="http://schemas.openxmlformats.org/drawingml/2006/main" noGrp="1"/>
          </p:cNvSpPr>
          <p:nvPr/>
        </p:nvSpPr>
        <p:spPr>
          <a:xfrm xmlns:a="http://schemas.openxmlformats.org/drawingml/2006/main">
            <a:off x="781050" y="366712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9E6DB"/>
                </a:solidFill>
                <a:latin typeface="Arial"/>
                <a:ea typeface="Arial"/>
                <a:cs typeface="Arial"/>
              </a:defRPr>
            </a:defPPr>
            <a:lvl1pPr>
              <a:defRPr sz="1950" b="0">
                <a:solidFill>
                  <a:srgbClr val="D9E6DB"/>
                </a:solidFill>
                <a:latin typeface="Arial"/>
                <a:ea typeface="Arial"/>
                <a:cs typeface="Arial"/>
              </a:defRPr>
            </a:lvl1pPr>
            <a:lvl2pPr>
              <a:defRPr sz="1950" b="0">
                <a:solidFill>
                  <a:srgbClr val="D9E6DB"/>
                </a:solidFill>
                <a:latin typeface="Arial"/>
                <a:ea typeface="Arial"/>
                <a:cs typeface="Arial"/>
              </a:defRPr>
            </a:lvl2pPr>
            <a:lvl3pPr>
              <a:defRPr sz="1950" b="0">
                <a:solidFill>
                  <a:srgbClr val="D9E6DB"/>
                </a:solidFill>
                <a:latin typeface="Arial"/>
                <a:ea typeface="Arial"/>
                <a:cs typeface="Arial"/>
              </a:defRPr>
            </a:lvl3pPr>
            <a:lvl4pPr>
              <a:defRPr sz="1950" b="0">
                <a:solidFill>
                  <a:srgbClr val="D9E6DB"/>
                </a:solidFill>
                <a:latin typeface="Arial"/>
                <a:ea typeface="Arial"/>
                <a:cs typeface="Arial"/>
              </a:defRPr>
            </a:lvl4pPr>
            <a:lvl5pPr>
              <a:defRPr sz="1950" b="0">
                <a:solidFill>
                  <a:srgbClr val="D9E6DB"/>
                </a:solidFill>
                <a:latin typeface="Arial"/>
                <a:ea typeface="Arial"/>
                <a:cs typeface="Arial"/>
              </a:defRPr>
            </a:lvl5pPr>
            <a:lvl6pPr>
              <a:defRPr sz="1950" b="0">
                <a:solidFill>
                  <a:srgbClr val="D9E6DB"/>
                </a:solidFill>
                <a:latin typeface="Arial"/>
                <a:ea typeface="Arial"/>
                <a:cs typeface="Arial"/>
              </a:defRPr>
            </a:lvl6pPr>
            <a:lvl7pPr>
              <a:defRPr sz="1950" b="0">
                <a:solidFill>
                  <a:srgbClr val="D9E6DB"/>
                </a:solidFill>
                <a:latin typeface="Arial"/>
                <a:ea typeface="Arial"/>
                <a:cs typeface="Arial"/>
              </a:defRPr>
            </a:lvl7pPr>
            <a:lvl8pPr>
              <a:defRPr sz="1950" b="0">
                <a:solidFill>
                  <a:srgbClr val="D9E6DB"/>
                </a:solidFill>
                <a:latin typeface="Arial"/>
                <a:ea typeface="Arial"/>
                <a:cs typeface="Arial"/>
              </a:defRPr>
            </a:lvl8pPr>
            <a:lvl9pPr>
              <a:defRPr sz="1950" b="0">
                <a:solidFill>
                  <a:srgbClr val="D9E6DB"/>
                </a:solidFill>
                <a:latin typeface="Arial"/>
                <a:ea typeface="Arial"/>
                <a:cs typeface="Arial"/>
              </a:defRPr>
            </a:lvl9pPr>
          </a:lstStyle>
          <a:p xmlns:a="http://schemas.openxmlformats.org/drawingml/2006/main">
            <a:pPr>
              <a:defRPr sz="1950" b="0">
                <a:solidFill>
                  <a:srgbClr val="D9E6DB"/>
                </a:solidFill>
                <a:latin typeface="Arial"/>
                <a:ea typeface="Arial"/>
                <a:cs typeface="Arial"/>
              </a:defRPr>
            </a:pPr>
            <a:r>
              <a:rPr sz="1950" b="0">
                <a:solidFill>
                  <a:srgbClr val="D9E6DB"/>
                </a:solidFill>
                <a:latin typeface="Arial"/>
                <a:ea typeface="Arial"/>
                <a:cs typeface="Arial"/>
              </a:rPr>
              <a:t>tes lokal lulus</a:t>
            </a:r>
          </a:p>
        </p:txBody>
      </p:sp>
      <p:sp>
        <p:nvSpPr>
          <p:cNvPr id="6" name="body">
            <a:extLst xmlns:a="http://schemas.openxmlformats.org/drawingml/2006/main">
              <a:ext uri="{FF2B5EF4-FFF2-40B4-BE49-F238E27FC236}">
                <a16:creationId xmlns:a16="http://schemas.microsoft.com/office/drawing/2014/main" id="{B106381A-BE6A-43D1-A7E3-43F234DA1C03}"/>
              </a:ext>
            </a:extLst>
          </p:cNvPr>
          <p:cNvSpPr>
            <a:spLocks xmlns:a="http://schemas.openxmlformats.org/drawingml/2006/main" noGrp="1"/>
          </p:cNvSpPr>
          <p:nvPr/>
        </p:nvSpPr>
        <p:spPr>
          <a:xfrm xmlns:a="http://schemas.openxmlformats.org/drawingml/2006/main">
            <a:off x="4333875" y="2714625"/>
            <a:ext cx="266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550" b="1">
                <a:solidFill>
                  <a:srgbClr val="F7F3E9"/>
                </a:solidFill>
                <a:latin typeface="Arial"/>
                <a:ea typeface="Arial"/>
                <a:cs typeface="Arial"/>
              </a:defRPr>
            </a:defPPr>
            <a:lvl1pPr>
              <a:defRPr sz="5550" b="1">
                <a:solidFill>
                  <a:srgbClr val="F7F3E9"/>
                </a:solidFill>
                <a:latin typeface="Arial"/>
                <a:ea typeface="Arial"/>
                <a:cs typeface="Arial"/>
              </a:defRPr>
            </a:lvl1pPr>
            <a:lvl2pPr>
              <a:defRPr sz="5550" b="1">
                <a:solidFill>
                  <a:srgbClr val="F7F3E9"/>
                </a:solidFill>
                <a:latin typeface="Arial"/>
                <a:ea typeface="Arial"/>
                <a:cs typeface="Arial"/>
              </a:defRPr>
            </a:lvl2pPr>
            <a:lvl3pPr>
              <a:defRPr sz="5550" b="1">
                <a:solidFill>
                  <a:srgbClr val="F7F3E9"/>
                </a:solidFill>
                <a:latin typeface="Arial"/>
                <a:ea typeface="Arial"/>
                <a:cs typeface="Arial"/>
              </a:defRPr>
            </a:lvl3pPr>
            <a:lvl4pPr>
              <a:defRPr sz="5550" b="1">
                <a:solidFill>
                  <a:srgbClr val="F7F3E9"/>
                </a:solidFill>
                <a:latin typeface="Arial"/>
                <a:ea typeface="Arial"/>
                <a:cs typeface="Arial"/>
              </a:defRPr>
            </a:lvl4pPr>
            <a:lvl5pPr>
              <a:defRPr sz="5550" b="1">
                <a:solidFill>
                  <a:srgbClr val="F7F3E9"/>
                </a:solidFill>
                <a:latin typeface="Arial"/>
                <a:ea typeface="Arial"/>
                <a:cs typeface="Arial"/>
              </a:defRPr>
            </a:lvl5pPr>
            <a:lvl6pPr>
              <a:defRPr sz="5550" b="1">
                <a:solidFill>
                  <a:srgbClr val="F7F3E9"/>
                </a:solidFill>
                <a:latin typeface="Arial"/>
                <a:ea typeface="Arial"/>
                <a:cs typeface="Arial"/>
              </a:defRPr>
            </a:lvl6pPr>
            <a:lvl7pPr>
              <a:defRPr sz="5550" b="1">
                <a:solidFill>
                  <a:srgbClr val="F7F3E9"/>
                </a:solidFill>
                <a:latin typeface="Arial"/>
                <a:ea typeface="Arial"/>
                <a:cs typeface="Arial"/>
              </a:defRPr>
            </a:lvl7pPr>
            <a:lvl8pPr>
              <a:defRPr sz="5550" b="1">
                <a:solidFill>
                  <a:srgbClr val="F7F3E9"/>
                </a:solidFill>
                <a:latin typeface="Arial"/>
                <a:ea typeface="Arial"/>
                <a:cs typeface="Arial"/>
              </a:defRPr>
            </a:lvl8pPr>
            <a:lvl9pPr>
              <a:defRPr sz="5550" b="1">
                <a:solidFill>
                  <a:srgbClr val="F7F3E9"/>
                </a:solidFill>
                <a:latin typeface="Arial"/>
                <a:ea typeface="Arial"/>
                <a:cs typeface="Arial"/>
              </a:defRPr>
            </a:lvl9pPr>
          </a:lstStyle>
          <a:p xmlns:a="http://schemas.openxmlformats.org/drawingml/2006/main">
            <a:pPr>
              <a:defRPr sz="5550" b="1">
                <a:solidFill>
                  <a:srgbClr val="F7F3E9"/>
                </a:solidFill>
                <a:latin typeface="Arial"/>
                <a:ea typeface="Arial"/>
                <a:cs typeface="Arial"/>
              </a:defRPr>
            </a:pPr>
            <a:r>
              <a:rPr sz="5550" b="1">
                <a:solidFill>
                  <a:srgbClr val="F7F3E9"/>
                </a:solidFill>
                <a:latin typeface="Arial"/>
                <a:ea typeface="Arial"/>
                <a:cs typeface="Arial"/>
              </a:rPr>
              <a:t>86</a:t>
            </a:r>
          </a:p>
        </p:txBody>
      </p:sp>
      <p:sp>
        <p:nvSpPr>
          <p:cNvPr id="7" name="body">
            <a:extLst xmlns:a="http://schemas.openxmlformats.org/drawingml/2006/main">
              <a:ext uri="{FF2B5EF4-FFF2-40B4-BE49-F238E27FC236}">
                <a16:creationId xmlns:a16="http://schemas.microsoft.com/office/drawing/2014/main" id="{D440FFBB-E07A-4BC0-85D6-0507EDF19E42}"/>
              </a:ext>
            </a:extLst>
          </p:cNvPr>
          <p:cNvSpPr>
            <a:spLocks xmlns:a="http://schemas.openxmlformats.org/drawingml/2006/main" noGrp="1"/>
          </p:cNvSpPr>
          <p:nvPr/>
        </p:nvSpPr>
        <p:spPr>
          <a:xfrm xmlns:a="http://schemas.openxmlformats.org/drawingml/2006/main">
            <a:off x="4371975" y="36671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9E6DB"/>
                </a:solidFill>
                <a:latin typeface="Arial"/>
                <a:ea typeface="Arial"/>
                <a:cs typeface="Arial"/>
              </a:defRPr>
            </a:defPPr>
            <a:lvl1pPr>
              <a:defRPr sz="1950" b="0">
                <a:solidFill>
                  <a:srgbClr val="D9E6DB"/>
                </a:solidFill>
                <a:latin typeface="Arial"/>
                <a:ea typeface="Arial"/>
                <a:cs typeface="Arial"/>
              </a:defRPr>
            </a:lvl1pPr>
            <a:lvl2pPr>
              <a:defRPr sz="1950" b="0">
                <a:solidFill>
                  <a:srgbClr val="D9E6DB"/>
                </a:solidFill>
                <a:latin typeface="Arial"/>
                <a:ea typeface="Arial"/>
                <a:cs typeface="Arial"/>
              </a:defRPr>
            </a:lvl2pPr>
            <a:lvl3pPr>
              <a:defRPr sz="1950" b="0">
                <a:solidFill>
                  <a:srgbClr val="D9E6DB"/>
                </a:solidFill>
                <a:latin typeface="Arial"/>
                <a:ea typeface="Arial"/>
                <a:cs typeface="Arial"/>
              </a:defRPr>
            </a:lvl3pPr>
            <a:lvl4pPr>
              <a:defRPr sz="1950" b="0">
                <a:solidFill>
                  <a:srgbClr val="D9E6DB"/>
                </a:solidFill>
                <a:latin typeface="Arial"/>
                <a:ea typeface="Arial"/>
                <a:cs typeface="Arial"/>
              </a:defRPr>
            </a:lvl4pPr>
            <a:lvl5pPr>
              <a:defRPr sz="1950" b="0">
                <a:solidFill>
                  <a:srgbClr val="D9E6DB"/>
                </a:solidFill>
                <a:latin typeface="Arial"/>
                <a:ea typeface="Arial"/>
                <a:cs typeface="Arial"/>
              </a:defRPr>
            </a:lvl5pPr>
            <a:lvl6pPr>
              <a:defRPr sz="1950" b="0">
                <a:solidFill>
                  <a:srgbClr val="D9E6DB"/>
                </a:solidFill>
                <a:latin typeface="Arial"/>
                <a:ea typeface="Arial"/>
                <a:cs typeface="Arial"/>
              </a:defRPr>
            </a:lvl6pPr>
            <a:lvl7pPr>
              <a:defRPr sz="1950" b="0">
                <a:solidFill>
                  <a:srgbClr val="D9E6DB"/>
                </a:solidFill>
                <a:latin typeface="Arial"/>
                <a:ea typeface="Arial"/>
                <a:cs typeface="Arial"/>
              </a:defRPr>
            </a:lvl7pPr>
            <a:lvl8pPr>
              <a:defRPr sz="1950" b="0">
                <a:solidFill>
                  <a:srgbClr val="D9E6DB"/>
                </a:solidFill>
                <a:latin typeface="Arial"/>
                <a:ea typeface="Arial"/>
                <a:cs typeface="Arial"/>
              </a:defRPr>
            </a:lvl8pPr>
            <a:lvl9pPr>
              <a:defRPr sz="1950" b="0">
                <a:solidFill>
                  <a:srgbClr val="D9E6DB"/>
                </a:solidFill>
                <a:latin typeface="Arial"/>
                <a:ea typeface="Arial"/>
                <a:cs typeface="Arial"/>
              </a:defRPr>
            </a:lvl9pPr>
          </a:lstStyle>
          <a:p xmlns:a="http://schemas.openxmlformats.org/drawingml/2006/main">
            <a:pPr>
              <a:defRPr sz="1950" b="0">
                <a:solidFill>
                  <a:srgbClr val="D9E6DB"/>
                </a:solidFill>
                <a:latin typeface="Arial"/>
                <a:ea typeface="Arial"/>
                <a:cs typeface="Arial"/>
              </a:defRPr>
            </a:pPr>
            <a:r>
              <a:rPr sz="1950" b="0">
                <a:solidFill>
                  <a:srgbClr val="D9E6DB"/>
                </a:solidFill>
                <a:latin typeface="Arial"/>
                <a:ea typeface="Arial"/>
                <a:cs typeface="Arial"/>
              </a:rPr>
              <a:t>browser desktop/mobile</a:t>
            </a:r>
          </a:p>
        </p:txBody>
      </p:sp>
      <p:sp>
        <p:nvSpPr>
          <p:cNvPr id="8" name="body">
            <a:extLst xmlns:a="http://schemas.openxmlformats.org/drawingml/2006/main">
              <a:ext uri="{FF2B5EF4-FFF2-40B4-BE49-F238E27FC236}">
                <a16:creationId xmlns:a16="http://schemas.microsoft.com/office/drawing/2014/main" id="{3E304548-2755-4153-A21C-5A300D0FC489}"/>
              </a:ext>
            </a:extLst>
          </p:cNvPr>
          <p:cNvSpPr>
            <a:spLocks xmlns:a="http://schemas.openxmlformats.org/drawingml/2006/main" noGrp="1"/>
          </p:cNvSpPr>
          <p:nvPr/>
        </p:nvSpPr>
        <p:spPr>
          <a:xfrm xmlns:a="http://schemas.openxmlformats.org/drawingml/2006/main">
            <a:off x="8191500" y="2714625"/>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550" b="1">
                <a:solidFill>
                  <a:srgbClr val="F7F3E9"/>
                </a:solidFill>
                <a:latin typeface="Arial"/>
                <a:ea typeface="Arial"/>
                <a:cs typeface="Arial"/>
              </a:defRPr>
            </a:defPPr>
            <a:lvl1pPr>
              <a:defRPr sz="5550" b="1">
                <a:solidFill>
                  <a:srgbClr val="F7F3E9"/>
                </a:solidFill>
                <a:latin typeface="Arial"/>
                <a:ea typeface="Arial"/>
                <a:cs typeface="Arial"/>
              </a:defRPr>
            </a:lvl1pPr>
            <a:lvl2pPr>
              <a:defRPr sz="5550" b="1">
                <a:solidFill>
                  <a:srgbClr val="F7F3E9"/>
                </a:solidFill>
                <a:latin typeface="Arial"/>
                <a:ea typeface="Arial"/>
                <a:cs typeface="Arial"/>
              </a:defRPr>
            </a:lvl2pPr>
            <a:lvl3pPr>
              <a:defRPr sz="5550" b="1">
                <a:solidFill>
                  <a:srgbClr val="F7F3E9"/>
                </a:solidFill>
                <a:latin typeface="Arial"/>
                <a:ea typeface="Arial"/>
                <a:cs typeface="Arial"/>
              </a:defRPr>
            </a:lvl3pPr>
            <a:lvl4pPr>
              <a:defRPr sz="5550" b="1">
                <a:solidFill>
                  <a:srgbClr val="F7F3E9"/>
                </a:solidFill>
                <a:latin typeface="Arial"/>
                <a:ea typeface="Arial"/>
                <a:cs typeface="Arial"/>
              </a:defRPr>
            </a:lvl4pPr>
            <a:lvl5pPr>
              <a:defRPr sz="5550" b="1">
                <a:solidFill>
                  <a:srgbClr val="F7F3E9"/>
                </a:solidFill>
                <a:latin typeface="Arial"/>
                <a:ea typeface="Arial"/>
                <a:cs typeface="Arial"/>
              </a:defRPr>
            </a:lvl5pPr>
            <a:lvl6pPr>
              <a:defRPr sz="5550" b="1">
                <a:solidFill>
                  <a:srgbClr val="F7F3E9"/>
                </a:solidFill>
                <a:latin typeface="Arial"/>
                <a:ea typeface="Arial"/>
                <a:cs typeface="Arial"/>
              </a:defRPr>
            </a:lvl6pPr>
            <a:lvl7pPr>
              <a:defRPr sz="5550" b="1">
                <a:solidFill>
                  <a:srgbClr val="F7F3E9"/>
                </a:solidFill>
                <a:latin typeface="Arial"/>
                <a:ea typeface="Arial"/>
                <a:cs typeface="Arial"/>
              </a:defRPr>
            </a:lvl7pPr>
            <a:lvl8pPr>
              <a:defRPr sz="5550" b="1">
                <a:solidFill>
                  <a:srgbClr val="F7F3E9"/>
                </a:solidFill>
                <a:latin typeface="Arial"/>
                <a:ea typeface="Arial"/>
                <a:cs typeface="Arial"/>
              </a:defRPr>
            </a:lvl8pPr>
            <a:lvl9pPr>
              <a:defRPr sz="5550" b="1">
                <a:solidFill>
                  <a:srgbClr val="F7F3E9"/>
                </a:solidFill>
                <a:latin typeface="Arial"/>
                <a:ea typeface="Arial"/>
                <a:cs typeface="Arial"/>
              </a:defRPr>
            </a:lvl9pPr>
          </a:lstStyle>
          <a:p xmlns:a="http://schemas.openxmlformats.org/drawingml/2006/main">
            <a:pPr>
              <a:defRPr sz="5550" b="1">
                <a:solidFill>
                  <a:srgbClr val="F7F3E9"/>
                </a:solidFill>
                <a:latin typeface="Arial"/>
                <a:ea typeface="Arial"/>
                <a:cs typeface="Arial"/>
              </a:defRPr>
            </a:pPr>
            <a:r>
              <a:rPr sz="5550" b="1">
                <a:solidFill>
                  <a:srgbClr val="F7F3E9"/>
                </a:solidFill>
                <a:latin typeface="Arial"/>
                <a:ea typeface="Arial"/>
                <a:cs typeface="Arial"/>
              </a:rPr>
              <a:t>120</a:t>
            </a:r>
          </a:p>
        </p:txBody>
      </p:sp>
      <p:sp>
        <p:nvSpPr>
          <p:cNvPr id="9" name="body">
            <a:extLst xmlns:a="http://schemas.openxmlformats.org/drawingml/2006/main">
              <a:ext uri="{FF2B5EF4-FFF2-40B4-BE49-F238E27FC236}">
                <a16:creationId xmlns:a16="http://schemas.microsoft.com/office/drawing/2014/main" id="{66F29B45-2346-4B03-B52D-5DB57A5DE6FC}"/>
              </a:ext>
            </a:extLst>
          </p:cNvPr>
          <p:cNvSpPr>
            <a:spLocks xmlns:a="http://schemas.openxmlformats.org/drawingml/2006/main" noGrp="1"/>
          </p:cNvSpPr>
          <p:nvPr/>
        </p:nvSpPr>
        <p:spPr>
          <a:xfrm xmlns:a="http://schemas.openxmlformats.org/drawingml/2006/main">
            <a:off x="8229600" y="3667125"/>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9E6DB"/>
                </a:solidFill>
                <a:latin typeface="Arial"/>
                <a:ea typeface="Arial"/>
                <a:cs typeface="Arial"/>
              </a:defRPr>
            </a:defPPr>
            <a:lvl1pPr>
              <a:defRPr sz="1950" b="0">
                <a:solidFill>
                  <a:srgbClr val="D9E6DB"/>
                </a:solidFill>
                <a:latin typeface="Arial"/>
                <a:ea typeface="Arial"/>
                <a:cs typeface="Arial"/>
              </a:defRPr>
            </a:lvl1pPr>
            <a:lvl2pPr>
              <a:defRPr sz="1950" b="0">
                <a:solidFill>
                  <a:srgbClr val="D9E6DB"/>
                </a:solidFill>
                <a:latin typeface="Arial"/>
                <a:ea typeface="Arial"/>
                <a:cs typeface="Arial"/>
              </a:defRPr>
            </a:lvl2pPr>
            <a:lvl3pPr>
              <a:defRPr sz="1950" b="0">
                <a:solidFill>
                  <a:srgbClr val="D9E6DB"/>
                </a:solidFill>
                <a:latin typeface="Arial"/>
                <a:ea typeface="Arial"/>
                <a:cs typeface="Arial"/>
              </a:defRPr>
            </a:lvl3pPr>
            <a:lvl4pPr>
              <a:defRPr sz="1950" b="0">
                <a:solidFill>
                  <a:srgbClr val="D9E6DB"/>
                </a:solidFill>
                <a:latin typeface="Arial"/>
                <a:ea typeface="Arial"/>
                <a:cs typeface="Arial"/>
              </a:defRPr>
            </a:lvl4pPr>
            <a:lvl5pPr>
              <a:defRPr sz="1950" b="0">
                <a:solidFill>
                  <a:srgbClr val="D9E6DB"/>
                </a:solidFill>
                <a:latin typeface="Arial"/>
                <a:ea typeface="Arial"/>
                <a:cs typeface="Arial"/>
              </a:defRPr>
            </a:lvl5pPr>
            <a:lvl6pPr>
              <a:defRPr sz="1950" b="0">
                <a:solidFill>
                  <a:srgbClr val="D9E6DB"/>
                </a:solidFill>
                <a:latin typeface="Arial"/>
                <a:ea typeface="Arial"/>
                <a:cs typeface="Arial"/>
              </a:defRPr>
            </a:lvl6pPr>
            <a:lvl7pPr>
              <a:defRPr sz="1950" b="0">
                <a:solidFill>
                  <a:srgbClr val="D9E6DB"/>
                </a:solidFill>
                <a:latin typeface="Arial"/>
                <a:ea typeface="Arial"/>
                <a:cs typeface="Arial"/>
              </a:defRPr>
            </a:lvl7pPr>
            <a:lvl8pPr>
              <a:defRPr sz="1950" b="0">
                <a:solidFill>
                  <a:srgbClr val="D9E6DB"/>
                </a:solidFill>
                <a:latin typeface="Arial"/>
                <a:ea typeface="Arial"/>
                <a:cs typeface="Arial"/>
              </a:defRPr>
            </a:lvl8pPr>
            <a:lvl9pPr>
              <a:defRPr sz="1950" b="0">
                <a:solidFill>
                  <a:srgbClr val="D9E6DB"/>
                </a:solidFill>
                <a:latin typeface="Arial"/>
                <a:ea typeface="Arial"/>
                <a:cs typeface="Arial"/>
              </a:defRPr>
            </a:lvl9pPr>
          </a:lstStyle>
          <a:p xmlns:a="http://schemas.openxmlformats.org/drawingml/2006/main">
            <a:pPr>
              <a:defRPr sz="1950" b="0">
                <a:solidFill>
                  <a:srgbClr val="D9E6DB"/>
                </a:solidFill>
                <a:latin typeface="Arial"/>
                <a:ea typeface="Arial"/>
                <a:cs typeface="Arial"/>
              </a:defRPr>
            </a:pPr>
            <a:r>
              <a:rPr sz="1950" b="0">
                <a:solidFill>
                  <a:srgbClr val="D9E6DB"/>
                </a:solidFill>
                <a:latin typeface="Arial"/>
                <a:ea typeface="Arial"/>
                <a:cs typeface="Arial"/>
              </a:rPr>
              <a:t>serangan sintetis ditolak</a:t>
            </a:r>
          </a:p>
        </p:txBody>
      </p:sp>
      <p:sp>
        <p:nvSpPr>
          <p:cNvPr id="10" name="body">
            <a:extLst xmlns:a="http://schemas.openxmlformats.org/drawingml/2006/main">
              <a:ext uri="{FF2B5EF4-FFF2-40B4-BE49-F238E27FC236}">
                <a16:creationId xmlns:a16="http://schemas.microsoft.com/office/drawing/2014/main" id="{5F4A56E9-6097-4A5F-9177-613C87A41B24}"/>
              </a:ext>
            </a:extLst>
          </p:cNvPr>
          <p:cNvSpPr>
            <a:spLocks xmlns:a="http://schemas.openxmlformats.org/drawingml/2006/main" noGrp="1"/>
          </p:cNvSpPr>
          <p:nvPr/>
        </p:nvSpPr>
        <p:spPr>
          <a:xfrm xmlns:a="http://schemas.openxmlformats.org/drawingml/2006/main">
            <a:off x="762000" y="45720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7F3E9"/>
                </a:solidFill>
                <a:latin typeface="Arial"/>
                <a:ea typeface="Arial"/>
                <a:cs typeface="Arial"/>
              </a:defRPr>
            </a:defPPr>
            <a:lvl1pPr>
              <a:defRPr sz="2175" b="0">
                <a:solidFill>
                  <a:srgbClr val="F7F3E9"/>
                </a:solidFill>
                <a:latin typeface="Arial"/>
                <a:ea typeface="Arial"/>
                <a:cs typeface="Arial"/>
              </a:defRPr>
            </a:lvl1pPr>
            <a:lvl2pPr>
              <a:defRPr sz="2175" b="0">
                <a:solidFill>
                  <a:srgbClr val="F7F3E9"/>
                </a:solidFill>
                <a:latin typeface="Arial"/>
                <a:ea typeface="Arial"/>
                <a:cs typeface="Arial"/>
              </a:defRPr>
            </a:lvl2pPr>
            <a:lvl3pPr>
              <a:defRPr sz="2175" b="0">
                <a:solidFill>
                  <a:srgbClr val="F7F3E9"/>
                </a:solidFill>
                <a:latin typeface="Arial"/>
                <a:ea typeface="Arial"/>
                <a:cs typeface="Arial"/>
              </a:defRPr>
            </a:lvl3pPr>
            <a:lvl4pPr>
              <a:defRPr sz="2175" b="0">
                <a:solidFill>
                  <a:srgbClr val="F7F3E9"/>
                </a:solidFill>
                <a:latin typeface="Arial"/>
                <a:ea typeface="Arial"/>
                <a:cs typeface="Arial"/>
              </a:defRPr>
            </a:lvl4pPr>
            <a:lvl5pPr>
              <a:defRPr sz="2175" b="0">
                <a:solidFill>
                  <a:srgbClr val="F7F3E9"/>
                </a:solidFill>
                <a:latin typeface="Arial"/>
                <a:ea typeface="Arial"/>
                <a:cs typeface="Arial"/>
              </a:defRPr>
            </a:lvl5pPr>
            <a:lvl6pPr>
              <a:defRPr sz="2175" b="0">
                <a:solidFill>
                  <a:srgbClr val="F7F3E9"/>
                </a:solidFill>
                <a:latin typeface="Arial"/>
                <a:ea typeface="Arial"/>
                <a:cs typeface="Arial"/>
              </a:defRPr>
            </a:lvl6pPr>
            <a:lvl7pPr>
              <a:defRPr sz="2175" b="0">
                <a:solidFill>
                  <a:srgbClr val="F7F3E9"/>
                </a:solidFill>
                <a:latin typeface="Arial"/>
                <a:ea typeface="Arial"/>
                <a:cs typeface="Arial"/>
              </a:defRPr>
            </a:lvl7pPr>
            <a:lvl8pPr>
              <a:defRPr sz="2175" b="0">
                <a:solidFill>
                  <a:srgbClr val="F7F3E9"/>
                </a:solidFill>
                <a:latin typeface="Arial"/>
                <a:ea typeface="Arial"/>
                <a:cs typeface="Arial"/>
              </a:defRPr>
            </a:lvl8pPr>
            <a:lvl9pPr>
              <a:defRPr sz="2175" b="0">
                <a:solidFill>
                  <a:srgbClr val="F7F3E9"/>
                </a:solidFill>
                <a:latin typeface="Arial"/>
                <a:ea typeface="Arial"/>
                <a:cs typeface="Arial"/>
              </a:defRPr>
            </a:lvl9pPr>
          </a:lstStyle>
          <a:p xmlns:a="http://schemas.openxmlformats.org/drawingml/2006/main">
            <a:pPr>
              <a:defRPr sz="2175" b="0">
                <a:solidFill>
                  <a:srgbClr val="F7F3E9"/>
                </a:solidFill>
                <a:latin typeface="Arial"/>
                <a:ea typeface="Arial"/>
                <a:cs typeface="Arial"/>
              </a:defRPr>
            </a:pPr>
            <a:r>
              <a:rPr sz="2175" b="0">
                <a:solidFill>
                  <a:srgbClr val="F7F3E9"/>
                </a:solidFill>
                <a:latin typeface="Arial"/>
                <a:ea typeface="Arial"/>
                <a:cs typeface="Arial"/>
              </a:rPr>
              <a:t>42 pemindaian axe: nol pelanggaran konfigurasi</a:t>
            </a:r>
          </a:p>
        </p:txBody>
      </p:sp>
      <p:sp>
        <p:nvSpPr>
          <p:cNvPr id="11" name="body">
            <a:extLst xmlns:a="http://schemas.openxmlformats.org/drawingml/2006/main">
              <a:ext uri="{FF2B5EF4-FFF2-40B4-BE49-F238E27FC236}">
                <a16:creationId xmlns:a16="http://schemas.microsoft.com/office/drawing/2014/main" id="{016F2B4A-3BB7-4025-9247-9D8C1C6A48D4}"/>
              </a:ext>
            </a:extLst>
          </p:cNvPr>
          <p:cNvSpPr>
            <a:spLocks xmlns:a="http://schemas.openxmlformats.org/drawingml/2006/main" noGrp="1"/>
          </p:cNvSpPr>
          <p:nvPr/>
        </p:nvSpPr>
        <p:spPr>
          <a:xfrm xmlns:a="http://schemas.openxmlformats.org/drawingml/2006/main">
            <a:off x="762000" y="510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9E6DB"/>
                </a:solidFill>
                <a:latin typeface="Arial"/>
                <a:ea typeface="Arial"/>
                <a:cs typeface="Arial"/>
              </a:defRPr>
            </a:defPPr>
            <a:lvl1pPr>
              <a:defRPr sz="1800" b="0">
                <a:solidFill>
                  <a:srgbClr val="D9E6DB"/>
                </a:solidFill>
                <a:latin typeface="Arial"/>
                <a:ea typeface="Arial"/>
                <a:cs typeface="Arial"/>
              </a:defRPr>
            </a:lvl1pPr>
            <a:lvl2pPr>
              <a:defRPr sz="1800" b="0">
                <a:solidFill>
                  <a:srgbClr val="D9E6DB"/>
                </a:solidFill>
                <a:latin typeface="Arial"/>
                <a:ea typeface="Arial"/>
                <a:cs typeface="Arial"/>
              </a:defRPr>
            </a:lvl2pPr>
            <a:lvl3pPr>
              <a:defRPr sz="1800" b="0">
                <a:solidFill>
                  <a:srgbClr val="D9E6DB"/>
                </a:solidFill>
                <a:latin typeface="Arial"/>
                <a:ea typeface="Arial"/>
                <a:cs typeface="Arial"/>
              </a:defRPr>
            </a:lvl3pPr>
            <a:lvl4pPr>
              <a:defRPr sz="1800" b="0">
                <a:solidFill>
                  <a:srgbClr val="D9E6DB"/>
                </a:solidFill>
                <a:latin typeface="Arial"/>
                <a:ea typeface="Arial"/>
                <a:cs typeface="Arial"/>
              </a:defRPr>
            </a:lvl4pPr>
            <a:lvl5pPr>
              <a:defRPr sz="1800" b="0">
                <a:solidFill>
                  <a:srgbClr val="D9E6DB"/>
                </a:solidFill>
                <a:latin typeface="Arial"/>
                <a:ea typeface="Arial"/>
                <a:cs typeface="Arial"/>
              </a:defRPr>
            </a:lvl5pPr>
            <a:lvl6pPr>
              <a:defRPr sz="1800" b="0">
                <a:solidFill>
                  <a:srgbClr val="D9E6DB"/>
                </a:solidFill>
                <a:latin typeface="Arial"/>
                <a:ea typeface="Arial"/>
                <a:cs typeface="Arial"/>
              </a:defRPr>
            </a:lvl6pPr>
            <a:lvl7pPr>
              <a:defRPr sz="1800" b="0">
                <a:solidFill>
                  <a:srgbClr val="D9E6DB"/>
                </a:solidFill>
                <a:latin typeface="Arial"/>
                <a:ea typeface="Arial"/>
                <a:cs typeface="Arial"/>
              </a:defRPr>
            </a:lvl7pPr>
            <a:lvl8pPr>
              <a:defRPr sz="1800" b="0">
                <a:solidFill>
                  <a:srgbClr val="D9E6DB"/>
                </a:solidFill>
                <a:latin typeface="Arial"/>
                <a:ea typeface="Arial"/>
                <a:cs typeface="Arial"/>
              </a:defRPr>
            </a:lvl8pPr>
            <a:lvl9pPr>
              <a:defRPr sz="1800" b="0">
                <a:solidFill>
                  <a:srgbClr val="D9E6DB"/>
                </a:solidFill>
                <a:latin typeface="Arial"/>
                <a:ea typeface="Arial"/>
                <a:cs typeface="Arial"/>
              </a:defRPr>
            </a:lvl9pPr>
          </a:lstStyle>
          <a:p xmlns:a="http://schemas.openxmlformats.org/drawingml/2006/main">
            <a:pPr>
              <a:defRPr sz="1800" b="0">
                <a:solidFill>
                  <a:srgbClr val="D9E6DB"/>
                </a:solidFill>
                <a:latin typeface="Arial"/>
                <a:ea typeface="Arial"/>
                <a:cs typeface="Arial"/>
              </a:defRPr>
            </a:pPr>
            <a:r>
              <a:rPr sz="1800" b="0">
                <a:solidFill>
                  <a:srgbClr val="D9E6DB"/>
                </a:solidFill>
                <a:latin typeface="Arial"/>
                <a:ea typeface="Arial"/>
                <a:cs typeface="Arial"/>
              </a:rPr>
              <a:t>Competition mode loopback: 16 kasus dan 10 axe scans, nol pelanggaran</a:t>
            </a:r>
          </a:p>
        </p:txBody>
      </p:sp>
      <p:sp>
        <p:nvSpPr>
          <p:cNvPr id="12" name="body">
            <a:extLst xmlns:a="http://schemas.openxmlformats.org/drawingml/2006/main">
              <a:ext uri="{FF2B5EF4-FFF2-40B4-BE49-F238E27FC236}">
                <a16:creationId xmlns:a16="http://schemas.microsoft.com/office/drawing/2014/main" id="{1CB375F9-32C0-43E1-BA97-3A7BF4E2268F}"/>
              </a:ext>
            </a:extLst>
          </p:cNvPr>
          <p:cNvSpPr>
            <a:spLocks xmlns:a="http://schemas.openxmlformats.org/drawingml/2006/main" noGrp="1"/>
          </p:cNvSpPr>
          <p:nvPr/>
        </p:nvSpPr>
        <p:spPr>
          <a:xfrm xmlns:a="http://schemas.openxmlformats.org/drawingml/2006/main">
            <a:off x="762000" y="56959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D9E6DB"/>
                </a:solidFill>
                <a:latin typeface="Arial"/>
                <a:ea typeface="Arial"/>
                <a:cs typeface="Arial"/>
              </a:defRPr>
            </a:defPPr>
            <a:lvl1pPr>
              <a:defRPr sz="1725" b="0">
                <a:solidFill>
                  <a:srgbClr val="D9E6DB"/>
                </a:solidFill>
                <a:latin typeface="Arial"/>
                <a:ea typeface="Arial"/>
                <a:cs typeface="Arial"/>
              </a:defRPr>
            </a:lvl1pPr>
            <a:lvl2pPr>
              <a:defRPr sz="1725" b="0">
                <a:solidFill>
                  <a:srgbClr val="D9E6DB"/>
                </a:solidFill>
                <a:latin typeface="Arial"/>
                <a:ea typeface="Arial"/>
                <a:cs typeface="Arial"/>
              </a:defRPr>
            </a:lvl2pPr>
            <a:lvl3pPr>
              <a:defRPr sz="1725" b="0">
                <a:solidFill>
                  <a:srgbClr val="D9E6DB"/>
                </a:solidFill>
                <a:latin typeface="Arial"/>
                <a:ea typeface="Arial"/>
                <a:cs typeface="Arial"/>
              </a:defRPr>
            </a:lvl3pPr>
            <a:lvl4pPr>
              <a:defRPr sz="1725" b="0">
                <a:solidFill>
                  <a:srgbClr val="D9E6DB"/>
                </a:solidFill>
                <a:latin typeface="Arial"/>
                <a:ea typeface="Arial"/>
                <a:cs typeface="Arial"/>
              </a:defRPr>
            </a:lvl4pPr>
            <a:lvl5pPr>
              <a:defRPr sz="1725" b="0">
                <a:solidFill>
                  <a:srgbClr val="D9E6DB"/>
                </a:solidFill>
                <a:latin typeface="Arial"/>
                <a:ea typeface="Arial"/>
                <a:cs typeface="Arial"/>
              </a:defRPr>
            </a:lvl5pPr>
            <a:lvl6pPr>
              <a:defRPr sz="1725" b="0">
                <a:solidFill>
                  <a:srgbClr val="D9E6DB"/>
                </a:solidFill>
                <a:latin typeface="Arial"/>
                <a:ea typeface="Arial"/>
                <a:cs typeface="Arial"/>
              </a:defRPr>
            </a:lvl6pPr>
            <a:lvl7pPr>
              <a:defRPr sz="1725" b="0">
                <a:solidFill>
                  <a:srgbClr val="D9E6DB"/>
                </a:solidFill>
                <a:latin typeface="Arial"/>
                <a:ea typeface="Arial"/>
                <a:cs typeface="Arial"/>
              </a:defRPr>
            </a:lvl7pPr>
            <a:lvl8pPr>
              <a:defRPr sz="1725" b="0">
                <a:solidFill>
                  <a:srgbClr val="D9E6DB"/>
                </a:solidFill>
                <a:latin typeface="Arial"/>
                <a:ea typeface="Arial"/>
                <a:cs typeface="Arial"/>
              </a:defRPr>
            </a:lvl8pPr>
            <a:lvl9pPr>
              <a:defRPr sz="1725" b="0">
                <a:solidFill>
                  <a:srgbClr val="D9E6DB"/>
                </a:solidFill>
                <a:latin typeface="Arial"/>
                <a:ea typeface="Arial"/>
                <a:cs typeface="Arial"/>
              </a:defRPr>
            </a:lvl9pPr>
          </a:lstStyle>
          <a:p xmlns:a="http://schemas.openxmlformats.org/drawingml/2006/main">
            <a:pPr>
              <a:defRPr sz="1725" b="0">
                <a:solidFill>
                  <a:srgbClr val="D9E6DB"/>
                </a:solidFill>
                <a:latin typeface="Arial"/>
                <a:ea typeface="Arial"/>
                <a:cs typeface="Arial"/>
              </a:defRPr>
            </a:pPr>
            <a:r>
              <a:rPr sz="1725" b="0">
                <a:solidFill>
                  <a:srgbClr val="D9E6DB"/>
                </a:solidFill>
                <a:latin typeface="Arial"/>
                <a:ea typeface="Arial"/>
                <a:cs typeface="Arial"/>
              </a:rPr>
              <a:t>HTTPS publik anonim: 16 kasus dan 10 axe scans, nol pelanggaran</a:t>
            </a:r>
          </a:p>
          <a:p xmlns:a="http://schemas.openxmlformats.org/drawingml/2006/main">
            <a:pPr>
              <a:defRPr sz="1725" b="0">
                <a:solidFill>
                  <a:srgbClr val="D9E6DB"/>
                </a:solidFill>
                <a:latin typeface="Arial"/>
                <a:ea typeface="Arial"/>
                <a:cs typeface="Arial"/>
              </a:defRPr>
            </a:pPr>
            <a:r>
              <a:rPr sz="1725" b="0">
                <a:solidFill>
                  <a:srgbClr val="D9E6DB"/>
                </a:solidFill>
                <a:latin typeface="Arial"/>
                <a:ea typeface="Arial"/>
                <a:cs typeface="Arial"/>
              </a:rPr>
              <a:t>Tidak ada live API. Tes belum membuktikan fakta lapangan atau manfaat pengguna nyata.</a:t>
            </a:r>
          </a:p>
        </p:txBody>
      </p:sp>
    </p:spTree>
    <p:extLst>
      <p:ext uri="{BB962C8B-B14F-4D97-AF65-F5344CB8AC3E}">
        <p14:creationId xmlns:p14="http://schemas.microsoft.com/office/powerpoint/2010/main" val="633351800"/>
      </p:ext>
    </p:extLst>
  </p:cSld>
</p:sld>
</file>

<file path=ppt/slides/slide10.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54275BBA-8CF8-4326-8CA3-6A69C51971C7}"/>
              </a:ext>
            </a:extLst>
          </p:cNvPr>
          <p:cNvSpPr>
            <a:spLocks xmlns:a="http://schemas.openxmlformats.org/drawingml/2006/main" noGrp="1"/>
          </p:cNvSpPr>
          <p:nvPr/>
        </p:nvSpPr>
        <p:spPr>
          <a:xfrm xmlns:a="http://schemas.openxmlformats.org/drawingml/2006/main">
            <a:off x="723900" y="628650"/>
            <a:ext cx="10744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93C34"/>
                </a:solidFill>
                <a:latin typeface="Arial"/>
                <a:ea typeface="Arial"/>
                <a:cs typeface="Arial"/>
              </a:defRPr>
            </a:defPPr>
            <a:lvl1pPr>
              <a:defRPr sz="3450" b="1">
                <a:solidFill>
                  <a:srgbClr val="193C34"/>
                </a:solidFill>
                <a:latin typeface="Arial"/>
                <a:ea typeface="Arial"/>
                <a:cs typeface="Arial"/>
              </a:defRPr>
            </a:lvl1pPr>
            <a:lvl2pPr>
              <a:defRPr sz="3450" b="1">
                <a:solidFill>
                  <a:srgbClr val="193C34"/>
                </a:solidFill>
                <a:latin typeface="Arial"/>
                <a:ea typeface="Arial"/>
                <a:cs typeface="Arial"/>
              </a:defRPr>
            </a:lvl2pPr>
            <a:lvl3pPr>
              <a:defRPr sz="3450" b="1">
                <a:solidFill>
                  <a:srgbClr val="193C34"/>
                </a:solidFill>
                <a:latin typeface="Arial"/>
                <a:ea typeface="Arial"/>
                <a:cs typeface="Arial"/>
              </a:defRPr>
            </a:lvl3pPr>
            <a:lvl4pPr>
              <a:defRPr sz="3450" b="1">
                <a:solidFill>
                  <a:srgbClr val="193C34"/>
                </a:solidFill>
                <a:latin typeface="Arial"/>
                <a:ea typeface="Arial"/>
                <a:cs typeface="Arial"/>
              </a:defRPr>
            </a:lvl4pPr>
            <a:lvl5pPr>
              <a:defRPr sz="3450" b="1">
                <a:solidFill>
                  <a:srgbClr val="193C34"/>
                </a:solidFill>
                <a:latin typeface="Arial"/>
                <a:ea typeface="Arial"/>
                <a:cs typeface="Arial"/>
              </a:defRPr>
            </a:lvl5pPr>
            <a:lvl6pPr>
              <a:defRPr sz="3450" b="1">
                <a:solidFill>
                  <a:srgbClr val="193C34"/>
                </a:solidFill>
                <a:latin typeface="Arial"/>
                <a:ea typeface="Arial"/>
                <a:cs typeface="Arial"/>
              </a:defRPr>
            </a:lvl6pPr>
            <a:lvl7pPr>
              <a:defRPr sz="3450" b="1">
                <a:solidFill>
                  <a:srgbClr val="193C34"/>
                </a:solidFill>
                <a:latin typeface="Arial"/>
                <a:ea typeface="Arial"/>
                <a:cs typeface="Arial"/>
              </a:defRPr>
            </a:lvl7pPr>
            <a:lvl8pPr>
              <a:defRPr sz="3450" b="1">
                <a:solidFill>
                  <a:srgbClr val="193C34"/>
                </a:solidFill>
                <a:latin typeface="Arial"/>
                <a:ea typeface="Arial"/>
                <a:cs typeface="Arial"/>
              </a:defRPr>
            </a:lvl8pPr>
            <a:lvl9pPr>
              <a:defRPr sz="3450" b="1">
                <a:solidFill>
                  <a:srgbClr val="193C34"/>
                </a:solidFill>
                <a:latin typeface="Arial"/>
                <a:ea typeface="Arial"/>
                <a:cs typeface="Arial"/>
              </a:defRPr>
            </a:lvl9pPr>
          </a:lstStyle>
          <a:p xmlns:a="http://schemas.openxmlformats.org/drawingml/2006/main">
            <a:pPr>
              <a:defRPr sz="3450" b="1">
                <a:solidFill>
                  <a:srgbClr val="193C34"/>
                </a:solidFill>
                <a:latin typeface="Arial"/>
                <a:ea typeface="Arial"/>
                <a:cs typeface="Arial"/>
              </a:defRPr>
            </a:pPr>
            <a:r>
              <a:rPr sz="3450" b="1">
                <a:solidFill>
                  <a:srgbClr val="193C34"/>
                </a:solidFill>
                <a:latin typeface="Arial"/>
                <a:ea typeface="Arial"/>
                <a:cs typeface="Arial"/>
              </a:rPr>
              <a:t>Status demo dan gerbang layanan nyata</a:t>
            </a:r>
          </a:p>
        </p:txBody>
      </p:sp>
      <p:sp>
        <p:nvSpPr>
          <p:cNvPr id="2" name="body">
            <a:extLst xmlns:a="http://schemas.openxmlformats.org/drawingml/2006/main">
              <a:ext uri="{FF2B5EF4-FFF2-40B4-BE49-F238E27FC236}">
                <a16:creationId xmlns:a16="http://schemas.microsoft.com/office/drawing/2014/main" id="{E23B479D-9182-4AB6-ACEC-EA382FA8C652}"/>
              </a:ext>
            </a:extLst>
          </p:cNvPr>
          <p:cNvSpPr>
            <a:spLocks xmlns:a="http://schemas.openxmlformats.org/drawingml/2006/main" noGrp="1"/>
          </p:cNvSpPr>
          <p:nvPr/>
        </p:nvSpPr>
        <p:spPr>
          <a:xfrm xmlns:a="http://schemas.openxmlformats.org/drawingml/2006/main">
            <a:off x="742950" y="1676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M1 OPEN. Penerimaan M2 produksi belum diberikan.</a:t>
            </a:r>
          </a:p>
        </p:txBody>
      </p:sp>
      <p:sp>
        <p:nvSpPr>
          <p:cNvPr id="3" name="body">
            <a:extLst xmlns:a="http://schemas.openxmlformats.org/drawingml/2006/main">
              <a:ext uri="{FF2B5EF4-FFF2-40B4-BE49-F238E27FC236}">
                <a16:creationId xmlns:a16="http://schemas.microsoft.com/office/drawing/2014/main" id="{6455DD58-15CC-4F8D-93F2-C3E372DB3255}"/>
              </a:ext>
            </a:extLst>
          </p:cNvPr>
          <p:cNvSpPr>
            <a:spLocks xmlns:a="http://schemas.openxmlformats.org/drawingml/2006/main" noGrp="1"/>
          </p:cNvSpPr>
          <p:nvPr/>
        </p:nvSpPr>
        <p:spPr>
          <a:xfrm xmlns:a="http://schemas.openxmlformats.org/drawingml/2006/main">
            <a:off x="742950" y="6343650"/>
            <a:ext cx="828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10   Wisata Budaya Planner</a:t>
            </a:r>
          </a:p>
        </p:txBody>
      </p:sp>
      <p:pic>
        <p:nvPicPr>
          <p:cNvPr id="4" name="">
            <a:extLst xmlns:a="http://schemas.openxmlformats.org/drawingml/2006/main">
              <a:ext uri="{FF2B5EF4-FFF2-40B4-BE49-F238E27FC236}">
                <a16:creationId xmlns:a16="http://schemas.microsoft.com/office/drawing/2014/main" id="{498B9C41-41B2-4353-881B-DDB2EE5509AC}"/>
              </a:ext>
            </a:extLst>
          </p:cNvPr>
          <p:cNvPicPr>
            <a:picLocks xmlns:a="http://schemas.openxmlformats.org/drawingml/2006/main" noChangeAspect="1"/>
          </p:cNvPicPr>
          <p:nvPr/>
        </p:nvPicPr>
        <p:blipFill>
          <a:blip xmlns:r="http://schemas.openxmlformats.org/officeDocument/2006/relationships" xmlns:a="http://schemas.openxmlformats.org/drawingml/2006/main" r:embed="Rf4fc55227f9843c8"/>
          <a:stretch xmlns:a="http://schemas.openxmlformats.org/drawingml/2006/main"/>
        </p:blipFill>
        <p:spPr>
          <a:xfrm xmlns:a="http://schemas.openxmlformats.org/drawingml/2006/main">
            <a:off x="6328304" y="2381250"/>
            <a:ext cx="5012267" cy="3524250"/>
          </a:xfrm>
          <a:prstGeom xmlns:a="http://schemas.openxmlformats.org/drawingml/2006/main" prst="rect">
            <a:avLst/>
          </a:prstGeom>
        </p:spPr>
      </p:pic>
      <p:sp>
        <p:nvSpPr>
          <p:cNvPr id="5" name="body">
            <a:extLst xmlns:a="http://schemas.openxmlformats.org/drawingml/2006/main">
              <a:ext uri="{FF2B5EF4-FFF2-40B4-BE49-F238E27FC236}">
                <a16:creationId xmlns:a16="http://schemas.microsoft.com/office/drawing/2014/main" id="{DB40926D-9208-48C0-8C49-348ECF49CFE3}"/>
              </a:ext>
            </a:extLst>
          </p:cNvPr>
          <p:cNvSpPr>
            <a:spLocks xmlns:a="http://schemas.openxmlformats.org/drawingml/2006/main" noGrp="1"/>
          </p:cNvSpPr>
          <p:nvPr/>
        </p:nvSpPr>
        <p:spPr>
          <a:xfrm xmlns:a="http://schemas.openxmlformats.org/drawingml/2006/main">
            <a:off x="742950" y="24765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Demo sintetis tersedia publik</a:t>
            </a:r>
          </a:p>
        </p:txBody>
      </p:sp>
      <p:sp>
        <p:nvSpPr>
          <p:cNvPr id="6" name="body">
            <a:extLst xmlns:a="http://schemas.openxmlformats.org/drawingml/2006/main">
              <a:ext uri="{FF2B5EF4-FFF2-40B4-BE49-F238E27FC236}">
                <a16:creationId xmlns:a16="http://schemas.microsoft.com/office/drawing/2014/main" id="{DFA8B907-D6C4-4668-94FD-5D412B270F9D}"/>
              </a:ext>
            </a:extLst>
          </p:cNvPr>
          <p:cNvSpPr>
            <a:spLocks xmlns:a="http://schemas.openxmlformats.org/drawingml/2006/main" noGrp="1"/>
          </p:cNvSpPr>
          <p:nvPr/>
        </p:nvSpPr>
        <p:spPr>
          <a:xfrm xmlns:a="http://schemas.openxmlformats.org/drawingml/2006/main">
            <a:off x="742950" y="293370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Netlify Free. Akses HTTPS anonim telah diperiksa di desktop dan mobile.</a:t>
            </a:r>
          </a:p>
        </p:txBody>
      </p:sp>
      <p:sp>
        <p:nvSpPr>
          <p:cNvPr id="7" name="body">
            <a:extLst xmlns:a="http://schemas.openxmlformats.org/drawingml/2006/main">
              <a:ext uri="{FF2B5EF4-FFF2-40B4-BE49-F238E27FC236}">
                <a16:creationId xmlns:a16="http://schemas.microsoft.com/office/drawing/2014/main" id="{BB3F51B2-9136-491C-B34F-39F3830091DE}"/>
              </a:ext>
            </a:extLst>
          </p:cNvPr>
          <p:cNvSpPr>
            <a:spLocks xmlns:a="http://schemas.openxmlformats.org/drawingml/2006/main" noGrp="1"/>
          </p:cNvSpPr>
          <p:nvPr/>
        </p:nvSpPr>
        <p:spPr>
          <a:xfrm xmlns:a="http://schemas.openxmlformats.org/drawingml/2006/main">
            <a:off x="742950" y="40005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3C34"/>
                </a:solidFill>
                <a:latin typeface="Arial"/>
                <a:ea typeface="Arial"/>
                <a:cs typeface="Arial"/>
              </a:defRPr>
            </a:defPPr>
            <a:lvl1pPr>
              <a:defRPr sz="2175" b="1">
                <a:solidFill>
                  <a:srgbClr val="193C34"/>
                </a:solidFill>
                <a:latin typeface="Arial"/>
                <a:ea typeface="Arial"/>
                <a:cs typeface="Arial"/>
              </a:defRPr>
            </a:lvl1pPr>
            <a:lvl2pPr>
              <a:defRPr sz="2175" b="1">
                <a:solidFill>
                  <a:srgbClr val="193C34"/>
                </a:solidFill>
                <a:latin typeface="Arial"/>
                <a:ea typeface="Arial"/>
                <a:cs typeface="Arial"/>
              </a:defRPr>
            </a:lvl2pPr>
            <a:lvl3pPr>
              <a:defRPr sz="2175" b="1">
                <a:solidFill>
                  <a:srgbClr val="193C34"/>
                </a:solidFill>
                <a:latin typeface="Arial"/>
                <a:ea typeface="Arial"/>
                <a:cs typeface="Arial"/>
              </a:defRPr>
            </a:lvl3pPr>
            <a:lvl4pPr>
              <a:defRPr sz="2175" b="1">
                <a:solidFill>
                  <a:srgbClr val="193C34"/>
                </a:solidFill>
                <a:latin typeface="Arial"/>
                <a:ea typeface="Arial"/>
                <a:cs typeface="Arial"/>
              </a:defRPr>
            </a:lvl4pPr>
            <a:lvl5pPr>
              <a:defRPr sz="2175" b="1">
                <a:solidFill>
                  <a:srgbClr val="193C34"/>
                </a:solidFill>
                <a:latin typeface="Arial"/>
                <a:ea typeface="Arial"/>
                <a:cs typeface="Arial"/>
              </a:defRPr>
            </a:lvl5pPr>
            <a:lvl6pPr>
              <a:defRPr sz="2175" b="1">
                <a:solidFill>
                  <a:srgbClr val="193C34"/>
                </a:solidFill>
                <a:latin typeface="Arial"/>
                <a:ea typeface="Arial"/>
                <a:cs typeface="Arial"/>
              </a:defRPr>
            </a:lvl6pPr>
            <a:lvl7pPr>
              <a:defRPr sz="2175" b="1">
                <a:solidFill>
                  <a:srgbClr val="193C34"/>
                </a:solidFill>
                <a:latin typeface="Arial"/>
                <a:ea typeface="Arial"/>
                <a:cs typeface="Arial"/>
              </a:defRPr>
            </a:lvl7pPr>
            <a:lvl8pPr>
              <a:defRPr sz="2175" b="1">
                <a:solidFill>
                  <a:srgbClr val="193C34"/>
                </a:solidFill>
                <a:latin typeface="Arial"/>
                <a:ea typeface="Arial"/>
                <a:cs typeface="Arial"/>
              </a:defRPr>
            </a:lvl8pPr>
            <a:lvl9pPr>
              <a:defRPr sz="2175" b="1">
                <a:solidFill>
                  <a:srgbClr val="193C34"/>
                </a:solidFill>
                <a:latin typeface="Arial"/>
                <a:ea typeface="Arial"/>
                <a:cs typeface="Arial"/>
              </a:defRPr>
            </a:lvl9pPr>
          </a:lstStyle>
          <a:p xmlns:a="http://schemas.openxmlformats.org/drawingml/2006/main">
            <a:pPr>
              <a:defRPr sz="2175" b="1">
                <a:solidFill>
                  <a:srgbClr val="193C34"/>
                </a:solidFill>
                <a:latin typeface="Arial"/>
                <a:ea typeface="Arial"/>
                <a:cs typeface="Arial"/>
              </a:defRPr>
            </a:pPr>
            <a:r>
              <a:rPr sz="2175" b="1">
                <a:solidFill>
                  <a:srgbClr val="193C34"/>
                </a:solidFill>
                <a:latin typeface="Arial"/>
                <a:ea typeface="Arial"/>
                <a:cs typeface="Arial"/>
              </a:rPr>
              <a:t>Gerbang layanan nyata</a:t>
            </a:r>
          </a:p>
        </p:txBody>
      </p:sp>
      <p:sp>
        <p:nvSpPr>
          <p:cNvPr id="8" name="body">
            <a:extLst xmlns:a="http://schemas.openxmlformats.org/drawingml/2006/main">
              <a:ext uri="{FF2B5EF4-FFF2-40B4-BE49-F238E27FC236}">
                <a16:creationId xmlns:a16="http://schemas.microsoft.com/office/drawing/2014/main" id="{978943D4-F0DF-456F-94F1-A7E7770AD805}"/>
              </a:ext>
            </a:extLst>
          </p:cNvPr>
          <p:cNvSpPr>
            <a:spLocks xmlns:a="http://schemas.openxmlformats.org/drawingml/2006/main" noGrp="1"/>
          </p:cNvSpPr>
          <p:nvPr/>
        </p:nvSpPr>
        <p:spPr>
          <a:xfrm xmlns:a="http://schemas.openxmlformats.org/drawingml/2006/main">
            <a:off x="742950" y="445770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645D"/>
                </a:solidFill>
                <a:latin typeface="Arial"/>
                <a:ea typeface="Arial"/>
                <a:cs typeface="Arial"/>
              </a:defRPr>
            </a:defPPr>
            <a:lvl1pPr>
              <a:defRPr sz="1875" b="0">
                <a:solidFill>
                  <a:srgbClr val="56645D"/>
                </a:solidFill>
                <a:latin typeface="Arial"/>
                <a:ea typeface="Arial"/>
                <a:cs typeface="Arial"/>
              </a:defRPr>
            </a:lvl1pPr>
            <a:lvl2pPr>
              <a:defRPr sz="1875" b="0">
                <a:solidFill>
                  <a:srgbClr val="56645D"/>
                </a:solidFill>
                <a:latin typeface="Arial"/>
                <a:ea typeface="Arial"/>
                <a:cs typeface="Arial"/>
              </a:defRPr>
            </a:lvl2pPr>
            <a:lvl3pPr>
              <a:defRPr sz="1875" b="0">
                <a:solidFill>
                  <a:srgbClr val="56645D"/>
                </a:solidFill>
                <a:latin typeface="Arial"/>
                <a:ea typeface="Arial"/>
                <a:cs typeface="Arial"/>
              </a:defRPr>
            </a:lvl3pPr>
            <a:lvl4pPr>
              <a:defRPr sz="1875" b="0">
                <a:solidFill>
                  <a:srgbClr val="56645D"/>
                </a:solidFill>
                <a:latin typeface="Arial"/>
                <a:ea typeface="Arial"/>
                <a:cs typeface="Arial"/>
              </a:defRPr>
            </a:lvl4pPr>
            <a:lvl5pPr>
              <a:defRPr sz="1875" b="0">
                <a:solidFill>
                  <a:srgbClr val="56645D"/>
                </a:solidFill>
                <a:latin typeface="Arial"/>
                <a:ea typeface="Arial"/>
                <a:cs typeface="Arial"/>
              </a:defRPr>
            </a:lvl5pPr>
            <a:lvl6pPr>
              <a:defRPr sz="1875" b="0">
                <a:solidFill>
                  <a:srgbClr val="56645D"/>
                </a:solidFill>
                <a:latin typeface="Arial"/>
                <a:ea typeface="Arial"/>
                <a:cs typeface="Arial"/>
              </a:defRPr>
            </a:lvl6pPr>
            <a:lvl7pPr>
              <a:defRPr sz="1875" b="0">
                <a:solidFill>
                  <a:srgbClr val="56645D"/>
                </a:solidFill>
                <a:latin typeface="Arial"/>
                <a:ea typeface="Arial"/>
                <a:cs typeface="Arial"/>
              </a:defRPr>
            </a:lvl7pPr>
            <a:lvl8pPr>
              <a:defRPr sz="1875" b="0">
                <a:solidFill>
                  <a:srgbClr val="56645D"/>
                </a:solidFill>
                <a:latin typeface="Arial"/>
                <a:ea typeface="Arial"/>
                <a:cs typeface="Arial"/>
              </a:defRPr>
            </a:lvl8pPr>
            <a:lvl9pPr>
              <a:defRPr sz="1875" b="0">
                <a:solidFill>
                  <a:srgbClr val="56645D"/>
                </a:solidFill>
                <a:latin typeface="Arial"/>
                <a:ea typeface="Arial"/>
                <a:cs typeface="Arial"/>
              </a:defRPr>
            </a:lvl9pPr>
          </a:lstStyle>
          <a:p xmlns:a="http://schemas.openxmlformats.org/drawingml/2006/main">
            <a:pPr>
              <a:defRPr sz="1875" b="0">
                <a:solidFill>
                  <a:srgbClr val="56645D"/>
                </a:solidFill>
                <a:latin typeface="Arial"/>
                <a:ea typeface="Arial"/>
                <a:cs typeface="Arial"/>
              </a:defRPr>
            </a:pPr>
            <a:r>
              <a:rPr sz="1875" b="0">
                <a:solidFill>
                  <a:srgbClr val="56645D"/>
                </a:solidFill>
                <a:latin typeface="Arial"/>
                <a:ea typeface="Arial"/>
                <a:cs typeface="Arial"/>
              </a:rPr>
              <a:t>Reviewer, hak sumber/rute, privasi dan bukti lapangan tetap pending.</a:t>
            </a:r>
          </a:p>
        </p:txBody>
      </p:sp>
      <p:sp>
        <p:nvSpPr>
          <p:cNvPr id="9" name="body">
            <a:extLst xmlns:a="http://schemas.openxmlformats.org/drawingml/2006/main">
              <a:ext uri="{FF2B5EF4-FFF2-40B4-BE49-F238E27FC236}">
                <a16:creationId xmlns:a16="http://schemas.microsoft.com/office/drawing/2014/main" id="{715E1592-955F-48DF-833F-4F2503D0DB23}"/>
              </a:ext>
            </a:extLst>
          </p:cNvPr>
          <p:cNvSpPr>
            <a:spLocks xmlns:a="http://schemas.openxmlformats.org/drawingml/2006/main" noGrp="1"/>
          </p:cNvSpPr>
          <p:nvPr/>
        </p:nvSpPr>
        <p:spPr>
          <a:xfrm xmlns:a="http://schemas.openxmlformats.org/drawingml/2006/main">
            <a:off x="762000" y="5715000"/>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A34F35"/>
                </a:solidFill>
                <a:latin typeface="Arial"/>
                <a:ea typeface="Arial"/>
                <a:cs typeface="Arial"/>
              </a:defRPr>
            </a:defPPr>
            <a:lvl1pPr>
              <a:defRPr sz="1500" b="1">
                <a:solidFill>
                  <a:srgbClr val="A34F35"/>
                </a:solidFill>
                <a:latin typeface="Arial"/>
                <a:ea typeface="Arial"/>
                <a:cs typeface="Arial"/>
              </a:defRPr>
            </a:lvl1pPr>
            <a:lvl2pPr>
              <a:defRPr sz="1500" b="1">
                <a:solidFill>
                  <a:srgbClr val="A34F35"/>
                </a:solidFill>
                <a:latin typeface="Arial"/>
                <a:ea typeface="Arial"/>
                <a:cs typeface="Arial"/>
              </a:defRPr>
            </a:lvl2pPr>
            <a:lvl3pPr>
              <a:defRPr sz="1500" b="1">
                <a:solidFill>
                  <a:srgbClr val="A34F35"/>
                </a:solidFill>
                <a:latin typeface="Arial"/>
                <a:ea typeface="Arial"/>
                <a:cs typeface="Arial"/>
              </a:defRPr>
            </a:lvl3pPr>
            <a:lvl4pPr>
              <a:defRPr sz="1500" b="1">
                <a:solidFill>
                  <a:srgbClr val="A34F35"/>
                </a:solidFill>
                <a:latin typeface="Arial"/>
                <a:ea typeface="Arial"/>
                <a:cs typeface="Arial"/>
              </a:defRPr>
            </a:lvl4pPr>
            <a:lvl5pPr>
              <a:defRPr sz="1500" b="1">
                <a:solidFill>
                  <a:srgbClr val="A34F35"/>
                </a:solidFill>
                <a:latin typeface="Arial"/>
                <a:ea typeface="Arial"/>
                <a:cs typeface="Arial"/>
              </a:defRPr>
            </a:lvl5pPr>
            <a:lvl6pPr>
              <a:defRPr sz="1500" b="1">
                <a:solidFill>
                  <a:srgbClr val="A34F35"/>
                </a:solidFill>
                <a:latin typeface="Arial"/>
                <a:ea typeface="Arial"/>
                <a:cs typeface="Arial"/>
              </a:defRPr>
            </a:lvl6pPr>
            <a:lvl7pPr>
              <a:defRPr sz="1500" b="1">
                <a:solidFill>
                  <a:srgbClr val="A34F35"/>
                </a:solidFill>
                <a:latin typeface="Arial"/>
                <a:ea typeface="Arial"/>
                <a:cs typeface="Arial"/>
              </a:defRPr>
            </a:lvl7pPr>
            <a:lvl8pPr>
              <a:defRPr sz="1500" b="1">
                <a:solidFill>
                  <a:srgbClr val="A34F35"/>
                </a:solidFill>
                <a:latin typeface="Arial"/>
                <a:ea typeface="Arial"/>
                <a:cs typeface="Arial"/>
              </a:defRPr>
            </a:lvl8pPr>
            <a:lvl9pPr>
              <a:defRPr sz="1500" b="1">
                <a:solidFill>
                  <a:srgbClr val="A34F35"/>
                </a:solidFill>
                <a:latin typeface="Arial"/>
                <a:ea typeface="Arial"/>
                <a:cs typeface="Arial"/>
              </a:defRPr>
            </a:lvl9pPr>
          </a:lstStyle>
          <a:p xmlns:a="http://schemas.openxmlformats.org/drawingml/2006/main">
            <a:pPr>
              <a:defRPr sz="1500" b="1">
                <a:solidFill>
                  <a:srgbClr val="A34F35"/>
                </a:solidFill>
                <a:latin typeface="Arial"/>
                <a:ea typeface="Arial"/>
                <a:cs typeface="Arial"/>
              </a:defRPr>
            </a:pPr>
            <a:r>
              <a:rPr sz="1500" b="1">
                <a:solidFill>
                  <a:srgbClr val="A34F35"/>
                </a:solidFill>
                <a:latin typeface="Arial"/>
                <a:ea typeface="Arial"/>
                <a:cs typeface="Arial"/>
              </a:rPr>
              <a:t>https://wisata-budaya-planner-demo.netlify.app</a:t>
            </a:r>
          </a:p>
        </p:txBody>
      </p:sp>
      <p:sp>
        <p:nvSpPr>
          <p:cNvPr id="10" name="body">
            <a:extLst xmlns:a="http://schemas.openxmlformats.org/drawingml/2006/main">
              <a:ext uri="{FF2B5EF4-FFF2-40B4-BE49-F238E27FC236}">
                <a16:creationId xmlns:a16="http://schemas.microsoft.com/office/drawing/2014/main" id="{B864C6D3-D230-43CF-AC85-D36F5D827D98}"/>
              </a:ext>
            </a:extLst>
          </p:cNvPr>
          <p:cNvSpPr>
            <a:spLocks xmlns:a="http://schemas.openxmlformats.org/drawingml/2006/main" noGrp="1"/>
          </p:cNvSpPr>
          <p:nvPr/>
        </p:nvSpPr>
        <p:spPr>
          <a:xfrm xmlns:a="http://schemas.openxmlformats.org/drawingml/2006/main">
            <a:off x="6334125" y="600075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45D"/>
                </a:solidFill>
                <a:latin typeface="Arial"/>
                <a:ea typeface="Arial"/>
                <a:cs typeface="Arial"/>
              </a:defRPr>
            </a:defPPr>
            <a:lvl1pPr>
              <a:defRPr sz="1275" b="0">
                <a:solidFill>
                  <a:srgbClr val="56645D"/>
                </a:solidFill>
                <a:latin typeface="Arial"/>
                <a:ea typeface="Arial"/>
                <a:cs typeface="Arial"/>
              </a:defRPr>
            </a:lvl1pPr>
            <a:lvl2pPr>
              <a:defRPr sz="1275" b="0">
                <a:solidFill>
                  <a:srgbClr val="56645D"/>
                </a:solidFill>
                <a:latin typeface="Arial"/>
                <a:ea typeface="Arial"/>
                <a:cs typeface="Arial"/>
              </a:defRPr>
            </a:lvl2pPr>
            <a:lvl3pPr>
              <a:defRPr sz="1275" b="0">
                <a:solidFill>
                  <a:srgbClr val="56645D"/>
                </a:solidFill>
                <a:latin typeface="Arial"/>
                <a:ea typeface="Arial"/>
                <a:cs typeface="Arial"/>
              </a:defRPr>
            </a:lvl3pPr>
            <a:lvl4pPr>
              <a:defRPr sz="1275" b="0">
                <a:solidFill>
                  <a:srgbClr val="56645D"/>
                </a:solidFill>
                <a:latin typeface="Arial"/>
                <a:ea typeface="Arial"/>
                <a:cs typeface="Arial"/>
              </a:defRPr>
            </a:lvl4pPr>
            <a:lvl5pPr>
              <a:defRPr sz="1275" b="0">
                <a:solidFill>
                  <a:srgbClr val="56645D"/>
                </a:solidFill>
                <a:latin typeface="Arial"/>
                <a:ea typeface="Arial"/>
                <a:cs typeface="Arial"/>
              </a:defRPr>
            </a:lvl5pPr>
            <a:lvl6pPr>
              <a:defRPr sz="1275" b="0">
                <a:solidFill>
                  <a:srgbClr val="56645D"/>
                </a:solidFill>
                <a:latin typeface="Arial"/>
                <a:ea typeface="Arial"/>
                <a:cs typeface="Arial"/>
              </a:defRPr>
            </a:lvl6pPr>
            <a:lvl7pPr>
              <a:defRPr sz="1275" b="0">
                <a:solidFill>
                  <a:srgbClr val="56645D"/>
                </a:solidFill>
                <a:latin typeface="Arial"/>
                <a:ea typeface="Arial"/>
                <a:cs typeface="Arial"/>
              </a:defRPr>
            </a:lvl7pPr>
            <a:lvl8pPr>
              <a:defRPr sz="1275" b="0">
                <a:solidFill>
                  <a:srgbClr val="56645D"/>
                </a:solidFill>
                <a:latin typeface="Arial"/>
                <a:ea typeface="Arial"/>
                <a:cs typeface="Arial"/>
              </a:defRPr>
            </a:lvl8pPr>
            <a:lvl9pPr>
              <a:defRPr sz="1275" b="0">
                <a:solidFill>
                  <a:srgbClr val="56645D"/>
                </a:solidFill>
                <a:latin typeface="Arial"/>
                <a:ea typeface="Arial"/>
                <a:cs typeface="Arial"/>
              </a:defRPr>
            </a:lvl9pPr>
          </a:lstStyle>
          <a:p xmlns:a="http://schemas.openxmlformats.org/drawingml/2006/main">
            <a:pPr>
              <a:defRPr sz="1275" b="0">
                <a:solidFill>
                  <a:srgbClr val="56645D"/>
                </a:solidFill>
                <a:latin typeface="Arial"/>
                <a:ea typeface="Arial"/>
                <a:cs typeface="Arial"/>
              </a:defRPr>
            </a:pPr>
            <a:r>
              <a:rPr sz="1275" b="0">
                <a:solidFill>
                  <a:srgbClr val="56645D"/>
                </a:solidFill>
                <a:latin typeface="Arial"/>
                <a:ea typeface="Arial"/>
                <a:cs typeface="Arial"/>
              </a:rPr>
              <a:t>Capture aktual HTTPS publik</a:t>
            </a:r>
          </a:p>
        </p:txBody>
      </p:sp>
    </p:spTree>
    <p:extLst>
      <p:ext uri="{BB962C8B-B14F-4D97-AF65-F5344CB8AC3E}">
        <p14:creationId xmlns:p14="http://schemas.microsoft.com/office/powerpoint/2010/main" val="19393013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2026-10-23T18:45:25.0930000Z</dcterms:created>
  <dcterms:modified xsi:type="dcterms:W3CDTF">2026-10-23T18:45:25.0930000Z</dcterms:modified>
</coreProperties>
</file>